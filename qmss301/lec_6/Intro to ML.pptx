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07" r:id="rId2"/>
    <p:sldMasterId id="2147483654" r:id="rId3"/>
    <p:sldMasterId id="2147483662" r:id="rId4"/>
    <p:sldMasterId id="2147483664" r:id="rId5"/>
    <p:sldMasterId id="2147483691" r:id="rId6"/>
  </p:sldMasterIdLst>
  <p:notesMasterIdLst>
    <p:notesMasterId r:id="rId18"/>
  </p:notesMasterIdLst>
  <p:sldIdLst>
    <p:sldId id="273" r:id="rId7"/>
    <p:sldId id="329" r:id="rId8"/>
    <p:sldId id="334" r:id="rId9"/>
    <p:sldId id="331" r:id="rId10"/>
    <p:sldId id="332" r:id="rId11"/>
    <p:sldId id="333" r:id="rId12"/>
    <p:sldId id="335" r:id="rId13"/>
    <p:sldId id="330" r:id="rId14"/>
    <p:sldId id="259" r:id="rId15"/>
    <p:sldId id="260"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ddleton, Robert" initials="MR" lastIdx="1" clrIdx="0">
    <p:extLst>
      <p:ext uri="{19B8F6BF-5375-455C-9EA6-DF929625EA0E}">
        <p15:presenceInfo xmlns:p15="http://schemas.microsoft.com/office/powerpoint/2012/main" userId="S-1-5-21-839522115-1580436667-1801674531-186682" providerId="AD"/>
      </p:ext>
    </p:extLst>
  </p:cmAuthor>
  <p:cmAuthor id="2" name="Pandiyan, Manikandan" initials="PM" lastIdx="2" clrIdx="1">
    <p:extLst>
      <p:ext uri="{19B8F6BF-5375-455C-9EA6-DF929625EA0E}">
        <p15:presenceInfo xmlns:p15="http://schemas.microsoft.com/office/powerpoint/2012/main" userId="S-1-5-21-839522115-1580436667-1801674531-14830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74C"/>
    <a:srgbClr val="FF0000"/>
    <a:srgbClr val="FF1837"/>
    <a:srgbClr val="364D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65B1E6-B2B0-4E5E-A11D-93120F4966C7}" v="3" dt="2023-10-03T10:48:17.3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5171" autoAdjust="0"/>
  </p:normalViewPr>
  <p:slideViewPr>
    <p:cSldViewPr snapToGrid="0" snapToObjects="1">
      <p:cViewPr varScale="1">
        <p:scale>
          <a:sx n="83" d="100"/>
          <a:sy n="83" d="100"/>
        </p:scale>
        <p:origin x="1500" y="13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rede Ajogbeje" userId="7a580cfcda413fcd" providerId="LiveId" clId="{7165B1E6-B2B0-4E5E-A11D-93120F4966C7}"/>
    <pc:docChg chg="undo custSel addSld delSld modSld">
      <pc:chgData name="Korede Ajogbeje" userId="7a580cfcda413fcd" providerId="LiveId" clId="{7165B1E6-B2B0-4E5E-A11D-93120F4966C7}" dt="2023-10-03T10:49:40.355" v="168" actId="20577"/>
      <pc:docMkLst>
        <pc:docMk/>
      </pc:docMkLst>
      <pc:sldChg chg="modSp mod">
        <pc:chgData name="Korede Ajogbeje" userId="7a580cfcda413fcd" providerId="LiveId" clId="{7165B1E6-B2B0-4E5E-A11D-93120F4966C7}" dt="2023-10-03T10:48:52.069" v="84" actId="20577"/>
        <pc:sldMkLst>
          <pc:docMk/>
          <pc:sldMk cId="0" sldId="259"/>
        </pc:sldMkLst>
        <pc:spChg chg="mod">
          <ac:chgData name="Korede Ajogbeje" userId="7a580cfcda413fcd" providerId="LiveId" clId="{7165B1E6-B2B0-4E5E-A11D-93120F4966C7}" dt="2023-10-03T10:48:52.069" v="84" actId="20577"/>
          <ac:spMkLst>
            <pc:docMk/>
            <pc:sldMk cId="0" sldId="259"/>
            <ac:spMk id="111" creationId="{00000000-0000-0000-0000-000000000000}"/>
          </ac:spMkLst>
        </pc:spChg>
      </pc:sldChg>
      <pc:sldChg chg="modSp mod">
        <pc:chgData name="Korede Ajogbeje" userId="7a580cfcda413fcd" providerId="LiveId" clId="{7165B1E6-B2B0-4E5E-A11D-93120F4966C7}" dt="2023-10-03T10:49:40.355" v="168" actId="20577"/>
        <pc:sldMkLst>
          <pc:docMk/>
          <pc:sldMk cId="0" sldId="260"/>
        </pc:sldMkLst>
        <pc:spChg chg="mod">
          <ac:chgData name="Korede Ajogbeje" userId="7a580cfcda413fcd" providerId="LiveId" clId="{7165B1E6-B2B0-4E5E-A11D-93120F4966C7}" dt="2023-10-03T10:49:40.355" v="168" actId="20577"/>
          <ac:spMkLst>
            <pc:docMk/>
            <pc:sldMk cId="0" sldId="260"/>
            <ac:spMk id="117" creationId="{00000000-0000-0000-0000-000000000000}"/>
          </ac:spMkLst>
        </pc:spChg>
      </pc:sldChg>
      <pc:sldChg chg="add del">
        <pc:chgData name="Korede Ajogbeje" userId="7a580cfcda413fcd" providerId="LiveId" clId="{7165B1E6-B2B0-4E5E-A11D-93120F4966C7}" dt="2023-10-03T10:27:41.269" v="15" actId="47"/>
        <pc:sldMkLst>
          <pc:docMk/>
          <pc:sldMk cId="0" sldId="261"/>
        </pc:sldMkLst>
      </pc:sldChg>
      <pc:sldChg chg="modSp mod">
        <pc:chgData name="Korede Ajogbeje" userId="7a580cfcda413fcd" providerId="LiveId" clId="{7165B1E6-B2B0-4E5E-A11D-93120F4966C7}" dt="2023-10-03T10:38:59.941" v="17" actId="20577"/>
        <pc:sldMkLst>
          <pc:docMk/>
          <pc:sldMk cId="3149609831" sldId="273"/>
        </pc:sldMkLst>
        <pc:spChg chg="mod">
          <ac:chgData name="Korede Ajogbeje" userId="7a580cfcda413fcd" providerId="LiveId" clId="{7165B1E6-B2B0-4E5E-A11D-93120F4966C7}" dt="2023-10-03T10:38:59.941" v="17" actId="20577"/>
          <ac:spMkLst>
            <pc:docMk/>
            <pc:sldMk cId="3149609831" sldId="273"/>
            <ac:spMk id="5" creationId="{00000000-0000-0000-0000-000000000000}"/>
          </ac:spMkLst>
        </pc:spChg>
      </pc:sldChg>
      <pc:sldChg chg="del">
        <pc:chgData name="Korede Ajogbeje" userId="7a580cfcda413fcd" providerId="LiveId" clId="{7165B1E6-B2B0-4E5E-A11D-93120F4966C7}" dt="2023-10-03T10:27:20.961" v="1" actId="47"/>
        <pc:sldMkLst>
          <pc:docMk/>
          <pc:sldMk cId="574315399" sldId="312"/>
        </pc:sldMkLst>
      </pc:sldChg>
      <pc:sldChg chg="del">
        <pc:chgData name="Korede Ajogbeje" userId="7a580cfcda413fcd" providerId="LiveId" clId="{7165B1E6-B2B0-4E5E-A11D-93120F4966C7}" dt="2023-10-03T10:27:19.808" v="0" actId="47"/>
        <pc:sldMkLst>
          <pc:docMk/>
          <pc:sldMk cId="1619842641" sldId="314"/>
        </pc:sldMkLst>
      </pc:sldChg>
      <pc:sldChg chg="del">
        <pc:chgData name="Korede Ajogbeje" userId="7a580cfcda413fcd" providerId="LiveId" clId="{7165B1E6-B2B0-4E5E-A11D-93120F4966C7}" dt="2023-10-03T10:27:27.430" v="3" actId="47"/>
        <pc:sldMkLst>
          <pc:docMk/>
          <pc:sldMk cId="3960024085" sldId="315"/>
        </pc:sldMkLst>
      </pc:sldChg>
      <pc:sldChg chg="del">
        <pc:chgData name="Korede Ajogbeje" userId="7a580cfcda413fcd" providerId="LiveId" clId="{7165B1E6-B2B0-4E5E-A11D-93120F4966C7}" dt="2023-10-03T10:27:28.020" v="4" actId="47"/>
        <pc:sldMkLst>
          <pc:docMk/>
          <pc:sldMk cId="2211708461" sldId="316"/>
        </pc:sldMkLst>
      </pc:sldChg>
      <pc:sldChg chg="del">
        <pc:chgData name="Korede Ajogbeje" userId="7a580cfcda413fcd" providerId="LiveId" clId="{7165B1E6-B2B0-4E5E-A11D-93120F4966C7}" dt="2023-10-03T10:27:29.839" v="7" actId="47"/>
        <pc:sldMkLst>
          <pc:docMk/>
          <pc:sldMk cId="3397778522" sldId="318"/>
        </pc:sldMkLst>
      </pc:sldChg>
      <pc:sldChg chg="del">
        <pc:chgData name="Korede Ajogbeje" userId="7a580cfcda413fcd" providerId="LiveId" clId="{7165B1E6-B2B0-4E5E-A11D-93120F4966C7}" dt="2023-10-03T10:27:30.747" v="8" actId="47"/>
        <pc:sldMkLst>
          <pc:docMk/>
          <pc:sldMk cId="1586511904" sldId="319"/>
        </pc:sldMkLst>
      </pc:sldChg>
      <pc:sldChg chg="del">
        <pc:chgData name="Korede Ajogbeje" userId="7a580cfcda413fcd" providerId="LiveId" clId="{7165B1E6-B2B0-4E5E-A11D-93120F4966C7}" dt="2023-10-03T10:27:31.354" v="9" actId="47"/>
        <pc:sldMkLst>
          <pc:docMk/>
          <pc:sldMk cId="2303564354" sldId="320"/>
        </pc:sldMkLst>
      </pc:sldChg>
      <pc:sldChg chg="del">
        <pc:chgData name="Korede Ajogbeje" userId="7a580cfcda413fcd" providerId="LiveId" clId="{7165B1E6-B2B0-4E5E-A11D-93120F4966C7}" dt="2023-10-03T10:27:32.596" v="11" actId="47"/>
        <pc:sldMkLst>
          <pc:docMk/>
          <pc:sldMk cId="3001775410" sldId="321"/>
        </pc:sldMkLst>
      </pc:sldChg>
      <pc:sldChg chg="del">
        <pc:chgData name="Korede Ajogbeje" userId="7a580cfcda413fcd" providerId="LiveId" clId="{7165B1E6-B2B0-4E5E-A11D-93120F4966C7}" dt="2023-10-03T10:27:33.246" v="12" actId="47"/>
        <pc:sldMkLst>
          <pc:docMk/>
          <pc:sldMk cId="1246484006" sldId="322"/>
        </pc:sldMkLst>
      </pc:sldChg>
      <pc:sldChg chg="del">
        <pc:chgData name="Korede Ajogbeje" userId="7a580cfcda413fcd" providerId="LiveId" clId="{7165B1E6-B2B0-4E5E-A11D-93120F4966C7}" dt="2023-10-03T10:27:28.606" v="5" actId="47"/>
        <pc:sldMkLst>
          <pc:docMk/>
          <pc:sldMk cId="1970005992" sldId="323"/>
        </pc:sldMkLst>
      </pc:sldChg>
      <pc:sldChg chg="del">
        <pc:chgData name="Korede Ajogbeje" userId="7a580cfcda413fcd" providerId="LiveId" clId="{7165B1E6-B2B0-4E5E-A11D-93120F4966C7}" dt="2023-10-03T10:27:29.159" v="6" actId="47"/>
        <pc:sldMkLst>
          <pc:docMk/>
          <pc:sldMk cId="3549304471" sldId="324"/>
        </pc:sldMkLst>
      </pc:sldChg>
      <pc:sldChg chg="del">
        <pc:chgData name="Korede Ajogbeje" userId="7a580cfcda413fcd" providerId="LiveId" clId="{7165B1E6-B2B0-4E5E-A11D-93120F4966C7}" dt="2023-10-03T10:27:31.967" v="10" actId="47"/>
        <pc:sldMkLst>
          <pc:docMk/>
          <pc:sldMk cId="945440046" sldId="325"/>
        </pc:sldMkLst>
      </pc:sldChg>
      <pc:sldChg chg="del">
        <pc:chgData name="Korede Ajogbeje" userId="7a580cfcda413fcd" providerId="LiveId" clId="{7165B1E6-B2B0-4E5E-A11D-93120F4966C7}" dt="2023-10-03T10:27:26.176" v="2" actId="47"/>
        <pc:sldMkLst>
          <pc:docMk/>
          <pc:sldMk cId="4200307809" sldId="326"/>
        </pc:sldMkLst>
      </pc:sldChg>
      <pc:sldChg chg="del">
        <pc:chgData name="Korede Ajogbeje" userId="7a580cfcda413fcd" providerId="LiveId" clId="{7165B1E6-B2B0-4E5E-A11D-93120F4966C7}" dt="2023-10-03T10:27:45.416" v="16" actId="47"/>
        <pc:sldMkLst>
          <pc:docMk/>
          <pc:sldMk cId="4009737182" sldId="327"/>
        </pc:sldMkLst>
      </pc:sldChg>
      <pc:sldChg chg="del">
        <pc:chgData name="Korede Ajogbeje" userId="7a580cfcda413fcd" providerId="LiveId" clId="{7165B1E6-B2B0-4E5E-A11D-93120F4966C7}" dt="2023-10-03T10:27:33.880" v="13" actId="47"/>
        <pc:sldMkLst>
          <pc:docMk/>
          <pc:sldMk cId="2710308798" sldId="328"/>
        </pc:sldMkLst>
      </pc:sldChg>
      <pc:sldChg chg="delSp modSp">
        <pc:chgData name="Korede Ajogbeje" userId="7a580cfcda413fcd" providerId="LiveId" clId="{7165B1E6-B2B0-4E5E-A11D-93120F4966C7}" dt="2023-10-03T10:48:17.319" v="83" actId="1076"/>
        <pc:sldMkLst>
          <pc:docMk/>
          <pc:sldMk cId="4293504597" sldId="330"/>
        </pc:sldMkLst>
        <pc:picChg chg="mod">
          <ac:chgData name="Korede Ajogbeje" userId="7a580cfcda413fcd" providerId="LiveId" clId="{7165B1E6-B2B0-4E5E-A11D-93120F4966C7}" dt="2023-10-03T10:48:17.319" v="83" actId="1076"/>
          <ac:picMkLst>
            <pc:docMk/>
            <pc:sldMk cId="4293504597" sldId="330"/>
            <ac:picMk id="1026" creationId="{2E070508-51B9-0FF3-A848-05F710855BCA}"/>
          </ac:picMkLst>
        </pc:picChg>
        <pc:picChg chg="del">
          <ac:chgData name="Korede Ajogbeje" userId="7a580cfcda413fcd" providerId="LiveId" clId="{7165B1E6-B2B0-4E5E-A11D-93120F4966C7}" dt="2023-10-03T10:48:11.333" v="81" actId="478"/>
          <ac:picMkLst>
            <pc:docMk/>
            <pc:sldMk cId="4293504597" sldId="330"/>
            <ac:picMk id="1028" creationId="{78834F57-0711-8602-5B7F-3A7FD4A9AE6F}"/>
          </ac:picMkLst>
        </pc:picChg>
      </pc:sldChg>
      <pc:sldChg chg="modSp mod">
        <pc:chgData name="Korede Ajogbeje" userId="7a580cfcda413fcd" providerId="LiveId" clId="{7165B1E6-B2B0-4E5E-A11D-93120F4966C7}" dt="2023-10-03T10:47:34.054" v="80" actId="207"/>
        <pc:sldMkLst>
          <pc:docMk/>
          <pc:sldMk cId="0" sldId="331"/>
        </pc:sldMkLst>
        <pc:spChg chg="mod">
          <ac:chgData name="Korede Ajogbeje" userId="7a580cfcda413fcd" providerId="LiveId" clId="{7165B1E6-B2B0-4E5E-A11D-93120F4966C7}" dt="2023-10-03T10:46:39.243" v="71" actId="20577"/>
          <ac:spMkLst>
            <pc:docMk/>
            <pc:sldMk cId="0" sldId="331"/>
            <ac:spMk id="4" creationId="{00000000-0000-0000-0000-000000000000}"/>
          </ac:spMkLst>
        </pc:spChg>
        <pc:spChg chg="mod">
          <ac:chgData name="Korede Ajogbeje" userId="7a580cfcda413fcd" providerId="LiveId" clId="{7165B1E6-B2B0-4E5E-A11D-93120F4966C7}" dt="2023-10-03T10:47:34.054" v="80" actId="207"/>
          <ac:spMkLst>
            <pc:docMk/>
            <pc:sldMk cId="0" sldId="331"/>
            <ac:spMk id="9" creationId="{00000000-0000-0000-0000-000000000000}"/>
          </ac:spMkLst>
        </pc:spChg>
      </pc:sldChg>
      <pc:sldChg chg="modSp mod">
        <pc:chgData name="Korede Ajogbeje" userId="7a580cfcda413fcd" providerId="LiveId" clId="{7165B1E6-B2B0-4E5E-A11D-93120F4966C7}" dt="2023-10-03T10:41:28.234" v="27" actId="6549"/>
        <pc:sldMkLst>
          <pc:docMk/>
          <pc:sldMk cId="0" sldId="332"/>
        </pc:sldMkLst>
        <pc:spChg chg="mod">
          <ac:chgData name="Korede Ajogbeje" userId="7a580cfcda413fcd" providerId="LiveId" clId="{7165B1E6-B2B0-4E5E-A11D-93120F4966C7}" dt="2023-10-03T10:41:28.234" v="27" actId="6549"/>
          <ac:spMkLst>
            <pc:docMk/>
            <pc:sldMk cId="0" sldId="332"/>
            <ac:spMk id="9" creationId="{00000000-0000-0000-0000-000000000000}"/>
          </ac:spMkLst>
        </pc:spChg>
      </pc:sldChg>
      <pc:sldChg chg="modSp mod">
        <pc:chgData name="Korede Ajogbeje" userId="7a580cfcda413fcd" providerId="LiveId" clId="{7165B1E6-B2B0-4E5E-A11D-93120F4966C7}" dt="2023-10-03T10:44:25.437" v="41" actId="207"/>
        <pc:sldMkLst>
          <pc:docMk/>
          <pc:sldMk cId="0" sldId="333"/>
        </pc:sldMkLst>
        <pc:spChg chg="mod">
          <ac:chgData name="Korede Ajogbeje" userId="7a580cfcda413fcd" providerId="LiveId" clId="{7165B1E6-B2B0-4E5E-A11D-93120F4966C7}" dt="2023-10-03T10:44:25.437" v="41" actId="207"/>
          <ac:spMkLst>
            <pc:docMk/>
            <pc:sldMk cId="0" sldId="333"/>
            <ac:spMk id="9" creationId="{00000000-0000-0000-0000-000000000000}"/>
          </ac:spMkLst>
        </pc:spChg>
      </pc:sldChg>
      <pc:sldChg chg="delSp modSp new mod">
        <pc:chgData name="Korede Ajogbeje" userId="7a580cfcda413fcd" providerId="LiveId" clId="{7165B1E6-B2B0-4E5E-A11D-93120F4966C7}" dt="2023-10-03T10:40:38.733" v="26" actId="255"/>
        <pc:sldMkLst>
          <pc:docMk/>
          <pc:sldMk cId="1111416660" sldId="334"/>
        </pc:sldMkLst>
        <pc:spChg chg="del mod">
          <ac:chgData name="Korede Ajogbeje" userId="7a580cfcda413fcd" providerId="LiveId" clId="{7165B1E6-B2B0-4E5E-A11D-93120F4966C7}" dt="2023-10-03T10:40:30.300" v="24" actId="478"/>
          <ac:spMkLst>
            <pc:docMk/>
            <pc:sldMk cId="1111416660" sldId="334"/>
            <ac:spMk id="2" creationId="{CFFAC39E-2956-61B9-E925-7DC91C21868F}"/>
          </ac:spMkLst>
        </pc:spChg>
        <pc:spChg chg="mod">
          <ac:chgData name="Korede Ajogbeje" userId="7a580cfcda413fcd" providerId="LiveId" clId="{7165B1E6-B2B0-4E5E-A11D-93120F4966C7}" dt="2023-10-03T10:40:38.733" v="26" actId="255"/>
          <ac:spMkLst>
            <pc:docMk/>
            <pc:sldMk cId="1111416660" sldId="334"/>
            <ac:spMk id="4" creationId="{EAE15692-6F72-E915-57FD-D29F7E4158EB}"/>
          </ac:spMkLst>
        </pc:spChg>
      </pc:sldChg>
      <pc:sldChg chg="modSp add mod">
        <pc:chgData name="Korede Ajogbeje" userId="7a580cfcda413fcd" providerId="LiveId" clId="{7165B1E6-B2B0-4E5E-A11D-93120F4966C7}" dt="2023-10-03T10:46:06.915" v="57" actId="207"/>
        <pc:sldMkLst>
          <pc:docMk/>
          <pc:sldMk cId="1783157938" sldId="335"/>
        </pc:sldMkLst>
        <pc:spChg chg="mod">
          <ac:chgData name="Korede Ajogbeje" userId="7a580cfcda413fcd" providerId="LiveId" clId="{7165B1E6-B2B0-4E5E-A11D-93120F4966C7}" dt="2023-10-03T10:45:43.780" v="51" actId="20577"/>
          <ac:spMkLst>
            <pc:docMk/>
            <pc:sldMk cId="1783157938" sldId="335"/>
            <ac:spMk id="4" creationId="{00000000-0000-0000-0000-000000000000}"/>
          </ac:spMkLst>
        </pc:spChg>
        <pc:spChg chg="mod">
          <ac:chgData name="Korede Ajogbeje" userId="7a580cfcda413fcd" providerId="LiveId" clId="{7165B1E6-B2B0-4E5E-A11D-93120F4966C7}" dt="2023-10-03T10:46:06.915" v="57" actId="207"/>
          <ac:spMkLst>
            <pc:docMk/>
            <pc:sldMk cId="1783157938" sldId="335"/>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F17FB-7353-4E23-BA36-1EF21B24422D}" type="datetimeFigureOut">
              <a:rPr lang="en-US" smtClean="0"/>
              <a:t>10/3/2023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67F34-00A8-4AA9-B064-2919FFAB88CA}" type="slidenum">
              <a:rPr lang="en-US" smtClean="0"/>
              <a:t>‹#›</a:t>
            </a:fld>
            <a:endParaRPr lang="en-US"/>
          </a:p>
        </p:txBody>
      </p:sp>
    </p:spTree>
    <p:extLst>
      <p:ext uri="{BB962C8B-B14F-4D97-AF65-F5344CB8AC3E}">
        <p14:creationId xmlns:p14="http://schemas.microsoft.com/office/powerpoint/2010/main" val="3464347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96913"/>
            <a:ext cx="6197600" cy="348615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pPr marL="0" marR="0" lvl="0" indent="0" algn="ctr" defTabSz="1152144" rtl="0" eaLnBrk="1" fontAlgn="auto" latinLnBrk="0" hangingPunct="1">
              <a:lnSpc>
                <a:spcPct val="100000"/>
              </a:lnSpc>
              <a:spcBef>
                <a:spcPts val="0"/>
              </a:spcBef>
              <a:spcAft>
                <a:spcPts val="0"/>
              </a:spcAft>
              <a:buClrTx/>
              <a:buSzTx/>
              <a:buFontTx/>
              <a:buNone/>
              <a:tabLst/>
              <a:defRPr/>
            </a:pPr>
            <a:fld id="{98F1D224-6CCC-4B5A-B245-0941732BC833}" type="slidenum">
              <a:rPr kumimoji="0" lang="de-DE" sz="900" b="0" i="0" u="none" strike="noStrike" kern="1200" cap="none" spc="0" normalizeH="0" baseline="0" noProof="0" smtClean="0">
                <a:ln>
                  <a:noFill/>
                </a:ln>
                <a:solidFill>
                  <a:prstClr val="black"/>
                </a:solidFill>
                <a:effectLst/>
                <a:uLnTx/>
                <a:uFillTx/>
                <a:latin typeface="CorpoS"/>
                <a:ea typeface="+mn-ea"/>
                <a:cs typeface="+mn-cs"/>
              </a:rPr>
              <a:pPr marL="0" marR="0" lvl="0" indent="0" algn="ctr" defTabSz="1152144" rtl="0" eaLnBrk="1" fontAlgn="auto" latinLnBrk="0" hangingPunct="1">
                <a:lnSpc>
                  <a:spcPct val="100000"/>
                </a:lnSpc>
                <a:spcBef>
                  <a:spcPts val="0"/>
                </a:spcBef>
                <a:spcAft>
                  <a:spcPts val="0"/>
                </a:spcAft>
                <a:buClrTx/>
                <a:buSzTx/>
                <a:buFontTx/>
                <a:buNone/>
                <a:tabLst/>
                <a:defRPr/>
              </a:pPr>
              <a:t>1</a:t>
            </a:fld>
            <a:endParaRPr kumimoji="0" lang="de-DE" sz="900" b="0" i="0" u="none" strike="noStrike" kern="1200" cap="none" spc="0" normalizeH="0" baseline="0" noProof="0" dirty="0">
              <a:ln>
                <a:noFill/>
              </a:ln>
              <a:solidFill>
                <a:prstClr val="black"/>
              </a:solidFill>
              <a:effectLst/>
              <a:uLnTx/>
              <a:uFillTx/>
              <a:latin typeface="CorpoS"/>
              <a:ea typeface="+mn-ea"/>
              <a:cs typeface="+mn-cs"/>
            </a:endParaRPr>
          </a:p>
        </p:txBody>
      </p:sp>
      <p:sp>
        <p:nvSpPr>
          <p:cNvPr id="5" name="Fußzeilenplatzhalter 4"/>
          <p:cNvSpPr>
            <a:spLocks noGrp="1"/>
          </p:cNvSpPr>
          <p:nvPr>
            <p:ph type="ftr" sz="quarter" idx="11"/>
          </p:nvPr>
        </p:nvSpPr>
        <p:spPr/>
        <p:txBody>
          <a:bodyPr/>
          <a:lstStyle/>
          <a:p>
            <a:pPr marL="0" marR="0" lvl="0" indent="0" algn="l" defTabSz="1152144"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orpoS"/>
                <a:ea typeface="+mn-ea"/>
                <a:cs typeface="+mn-cs"/>
              </a:rPr>
              <a:t>Titel der Präsentation in 9 pt CorpoS Regular | Abteilung | Datum</a:t>
            </a:r>
          </a:p>
        </p:txBody>
      </p:sp>
    </p:spTree>
    <p:extLst>
      <p:ext uri="{BB962C8B-B14F-4D97-AF65-F5344CB8AC3E}">
        <p14:creationId xmlns:p14="http://schemas.microsoft.com/office/powerpoint/2010/main" val="3906728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a:extLst>
              <a:ext uri="{FF2B5EF4-FFF2-40B4-BE49-F238E27FC236}">
                <a16:creationId xmlns:a16="http://schemas.microsoft.com/office/drawing/2014/main" id="{41B1620C-E325-4EC3-811C-0884D72339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1600" b="1">
                <a:solidFill>
                  <a:schemeClr val="tx1"/>
                </a:solidFill>
                <a:latin typeface="Arial" panose="020B0604020202020204" pitchFamily="34" charset="0"/>
              </a:defRPr>
            </a:lvl1pPr>
            <a:lvl2pPr marL="742950" indent="-285750" defTabSz="762000">
              <a:defRPr sz="1600" b="1">
                <a:solidFill>
                  <a:schemeClr val="tx1"/>
                </a:solidFill>
                <a:latin typeface="Arial" panose="020B0604020202020204" pitchFamily="34" charset="0"/>
              </a:defRPr>
            </a:lvl2pPr>
            <a:lvl3pPr marL="1143000" indent="-228600" defTabSz="762000">
              <a:defRPr sz="1600" b="1">
                <a:solidFill>
                  <a:schemeClr val="tx1"/>
                </a:solidFill>
                <a:latin typeface="Arial" panose="020B0604020202020204" pitchFamily="34" charset="0"/>
              </a:defRPr>
            </a:lvl3pPr>
            <a:lvl4pPr marL="1600200" indent="-228600" defTabSz="762000">
              <a:defRPr sz="1600" b="1">
                <a:solidFill>
                  <a:schemeClr val="tx1"/>
                </a:solidFill>
                <a:latin typeface="Arial" panose="020B0604020202020204" pitchFamily="34" charset="0"/>
              </a:defRPr>
            </a:lvl4pPr>
            <a:lvl5pPr marL="2057400" indent="-228600" defTabSz="762000">
              <a:defRPr sz="1600" b="1">
                <a:solidFill>
                  <a:schemeClr val="tx1"/>
                </a:solidFill>
                <a:latin typeface="Arial" panose="020B0604020202020204" pitchFamily="34" charset="0"/>
              </a:defRPr>
            </a:lvl5pPr>
            <a:lvl6pPr marL="25146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6pPr>
            <a:lvl7pPr marL="29718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7pPr>
            <a:lvl8pPr marL="34290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8pPr>
            <a:lvl9pPr marL="38862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9pPr>
          </a:lstStyle>
          <a:p>
            <a:pPr marL="0" marR="0" lvl="0" indent="0" algn="r" defTabSz="762000" rtl="0" eaLnBrk="0" fontAlgn="base" latinLnBrk="0" hangingPunct="0">
              <a:lnSpc>
                <a:spcPct val="100000"/>
              </a:lnSpc>
              <a:spcBef>
                <a:spcPct val="0"/>
              </a:spcBef>
              <a:spcAft>
                <a:spcPct val="0"/>
              </a:spcAft>
              <a:buClrTx/>
              <a:buSzTx/>
              <a:buFontTx/>
              <a:buNone/>
              <a:tabLst/>
              <a:defRPr/>
            </a:pPr>
            <a:fld id="{2AE1552D-5056-4EBE-B656-1F4B7550C631}" type="slidenum">
              <a:rPr kumimoji="0" lang="fr-FR"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762000" rtl="0" eaLnBrk="0" fontAlgn="base" latinLnBrk="0" hangingPunct="0">
                <a:lnSpc>
                  <a:spcPct val="100000"/>
                </a:lnSpc>
                <a:spcBef>
                  <a:spcPct val="0"/>
                </a:spcBef>
                <a:spcAft>
                  <a:spcPct val="0"/>
                </a:spcAft>
                <a:buClrTx/>
                <a:buSzTx/>
                <a:buFontTx/>
                <a:buNone/>
                <a:tabLst/>
                <a:defRPr/>
              </a:pPr>
              <a:t>2</a:t>
            </a:fld>
            <a:endParaRPr kumimoji="0" lang="fr-FR" altLang="en-US" sz="10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347" name="Rectangle 2">
            <a:extLst>
              <a:ext uri="{FF2B5EF4-FFF2-40B4-BE49-F238E27FC236}">
                <a16:creationId xmlns:a16="http://schemas.microsoft.com/office/drawing/2014/main" id="{AE3EAC5B-06C9-4D2E-95F4-378C42BA761D}"/>
              </a:ext>
            </a:extLst>
          </p:cNvPr>
          <p:cNvSpPr>
            <a:spLocks noGrp="1" noRot="1" noChangeAspect="1" noChangeArrowheads="1" noTextEdit="1"/>
          </p:cNvSpPr>
          <p:nvPr>
            <p:ph type="sldImg"/>
          </p:nvPr>
        </p:nvSpPr>
        <p:spPr>
          <a:ln cap="flat"/>
        </p:spPr>
      </p:sp>
      <p:sp>
        <p:nvSpPr>
          <p:cNvPr id="57348" name="Rectangle 3">
            <a:extLst>
              <a:ext uri="{FF2B5EF4-FFF2-40B4-BE49-F238E27FC236}">
                <a16:creationId xmlns:a16="http://schemas.microsoft.com/office/drawing/2014/main" id="{59F1BC8D-BBC3-4576-BA70-6B2C4CAB0B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en-GB" altLang="en-US" dirty="0">
              <a:latin typeface="Arial" panose="020B0604020202020204" pitchFamily="34" charset="0"/>
            </a:endParaRPr>
          </a:p>
        </p:txBody>
      </p:sp>
    </p:spTree>
    <p:extLst>
      <p:ext uri="{BB962C8B-B14F-4D97-AF65-F5344CB8AC3E}">
        <p14:creationId xmlns:p14="http://schemas.microsoft.com/office/powerpoint/2010/main" val="3818190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a:extLst>
              <a:ext uri="{FF2B5EF4-FFF2-40B4-BE49-F238E27FC236}">
                <a16:creationId xmlns:a16="http://schemas.microsoft.com/office/drawing/2014/main" id="{41B1620C-E325-4EC3-811C-0884D72339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1600" b="1">
                <a:solidFill>
                  <a:schemeClr val="tx1"/>
                </a:solidFill>
                <a:latin typeface="Arial" panose="020B0604020202020204" pitchFamily="34" charset="0"/>
              </a:defRPr>
            </a:lvl1pPr>
            <a:lvl2pPr marL="742950" indent="-285750" defTabSz="762000">
              <a:defRPr sz="1600" b="1">
                <a:solidFill>
                  <a:schemeClr val="tx1"/>
                </a:solidFill>
                <a:latin typeface="Arial" panose="020B0604020202020204" pitchFamily="34" charset="0"/>
              </a:defRPr>
            </a:lvl2pPr>
            <a:lvl3pPr marL="1143000" indent="-228600" defTabSz="762000">
              <a:defRPr sz="1600" b="1">
                <a:solidFill>
                  <a:schemeClr val="tx1"/>
                </a:solidFill>
                <a:latin typeface="Arial" panose="020B0604020202020204" pitchFamily="34" charset="0"/>
              </a:defRPr>
            </a:lvl3pPr>
            <a:lvl4pPr marL="1600200" indent="-228600" defTabSz="762000">
              <a:defRPr sz="1600" b="1">
                <a:solidFill>
                  <a:schemeClr val="tx1"/>
                </a:solidFill>
                <a:latin typeface="Arial" panose="020B0604020202020204" pitchFamily="34" charset="0"/>
              </a:defRPr>
            </a:lvl4pPr>
            <a:lvl5pPr marL="2057400" indent="-228600" defTabSz="762000">
              <a:defRPr sz="1600" b="1">
                <a:solidFill>
                  <a:schemeClr val="tx1"/>
                </a:solidFill>
                <a:latin typeface="Arial" panose="020B0604020202020204" pitchFamily="34" charset="0"/>
              </a:defRPr>
            </a:lvl5pPr>
            <a:lvl6pPr marL="25146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6pPr>
            <a:lvl7pPr marL="29718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7pPr>
            <a:lvl8pPr marL="34290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8pPr>
            <a:lvl9pPr marL="3886200" indent="-228600" defTabSz="762000" eaLnBrk="0" fontAlgn="base" hangingPunct="0">
              <a:lnSpc>
                <a:spcPct val="90000"/>
              </a:lnSpc>
              <a:spcBef>
                <a:spcPct val="30000"/>
              </a:spcBef>
              <a:spcAft>
                <a:spcPct val="0"/>
              </a:spcAft>
              <a:buClr>
                <a:schemeClr val="hlink"/>
              </a:buClr>
              <a:buSzPct val="100000"/>
              <a:buChar char="•"/>
              <a:defRPr sz="1600" b="1">
                <a:solidFill>
                  <a:schemeClr val="tx1"/>
                </a:solidFill>
                <a:latin typeface="Arial" panose="020B0604020202020204" pitchFamily="34" charset="0"/>
              </a:defRPr>
            </a:lvl9pPr>
          </a:lstStyle>
          <a:p>
            <a:pPr marL="0" marR="0" lvl="0" indent="0" algn="r" defTabSz="762000" rtl="0" eaLnBrk="0" fontAlgn="base" latinLnBrk="0" hangingPunct="0">
              <a:lnSpc>
                <a:spcPct val="100000"/>
              </a:lnSpc>
              <a:spcBef>
                <a:spcPct val="0"/>
              </a:spcBef>
              <a:spcAft>
                <a:spcPct val="0"/>
              </a:spcAft>
              <a:buClrTx/>
              <a:buSzTx/>
              <a:buFontTx/>
              <a:buNone/>
              <a:tabLst/>
              <a:defRPr/>
            </a:pPr>
            <a:fld id="{2AE1552D-5056-4EBE-B656-1F4B7550C631}" type="slidenum">
              <a:rPr kumimoji="0" lang="fr-FR"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762000" rtl="0" eaLnBrk="0" fontAlgn="base" latinLnBrk="0" hangingPunct="0">
                <a:lnSpc>
                  <a:spcPct val="100000"/>
                </a:lnSpc>
                <a:spcBef>
                  <a:spcPct val="0"/>
                </a:spcBef>
                <a:spcAft>
                  <a:spcPct val="0"/>
                </a:spcAft>
                <a:buClrTx/>
                <a:buSzTx/>
                <a:buFontTx/>
                <a:buNone/>
                <a:tabLst/>
                <a:defRPr/>
              </a:pPr>
              <a:t>8</a:t>
            </a:fld>
            <a:endParaRPr kumimoji="0" lang="fr-FR" altLang="en-US" sz="1000" b="0" i="1"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57347" name="Rectangle 2">
            <a:extLst>
              <a:ext uri="{FF2B5EF4-FFF2-40B4-BE49-F238E27FC236}">
                <a16:creationId xmlns:a16="http://schemas.microsoft.com/office/drawing/2014/main" id="{AE3EAC5B-06C9-4D2E-95F4-378C42BA761D}"/>
              </a:ext>
            </a:extLst>
          </p:cNvPr>
          <p:cNvSpPr>
            <a:spLocks noGrp="1" noRot="1" noChangeAspect="1" noChangeArrowheads="1" noTextEdit="1"/>
          </p:cNvSpPr>
          <p:nvPr>
            <p:ph type="sldImg"/>
          </p:nvPr>
        </p:nvSpPr>
        <p:spPr>
          <a:ln cap="flat"/>
        </p:spPr>
      </p:sp>
      <p:sp>
        <p:nvSpPr>
          <p:cNvPr id="57348" name="Rectangle 3">
            <a:extLst>
              <a:ext uri="{FF2B5EF4-FFF2-40B4-BE49-F238E27FC236}">
                <a16:creationId xmlns:a16="http://schemas.microsoft.com/office/drawing/2014/main" id="{59F1BC8D-BBC3-4576-BA70-6B2C4CAB0B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en-GB" altLang="en-US" dirty="0">
              <a:latin typeface="Arial" panose="020B0604020202020204" pitchFamily="34" charset="0"/>
            </a:endParaRPr>
          </a:p>
        </p:txBody>
      </p:sp>
    </p:spTree>
    <p:extLst>
      <p:ext uri="{BB962C8B-B14F-4D97-AF65-F5344CB8AC3E}">
        <p14:creationId xmlns:p14="http://schemas.microsoft.com/office/powerpoint/2010/main" val="1858157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427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elfolie Text &amp; Bild">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95211" y="3649880"/>
            <a:ext cx="11199383" cy="1295365"/>
          </a:xfrm>
        </p:spPr>
        <p:txBody>
          <a:bodyPr/>
          <a:lstStyle>
            <a:lvl1pPr>
              <a:lnSpc>
                <a:spcPts val="5291"/>
              </a:lnSpc>
              <a:defRPr sz="4761">
                <a:solidFill>
                  <a:schemeClr val="bg1"/>
                </a:solidFill>
              </a:defRPr>
            </a:lvl1pPr>
          </a:lstStyle>
          <a:p>
            <a:r>
              <a:rPr lang="de-DE" dirty="0"/>
              <a:t>Präsentationstitel 45 </a:t>
            </a:r>
            <a:r>
              <a:rPr lang="de-DE" dirty="0" err="1"/>
              <a:t>pt</a:t>
            </a:r>
            <a:r>
              <a:rPr lang="de-DE" dirty="0"/>
              <a:t> über zwei Zeilen.</a:t>
            </a:r>
          </a:p>
        </p:txBody>
      </p:sp>
      <p:sp>
        <p:nvSpPr>
          <p:cNvPr id="3" name="Untertitel 2"/>
          <p:cNvSpPr>
            <a:spLocks noGrp="1"/>
          </p:cNvSpPr>
          <p:nvPr>
            <p:ph type="subTitle" idx="1" hasCustomPrompt="1"/>
          </p:nvPr>
        </p:nvSpPr>
        <p:spPr bwMode="gray">
          <a:xfrm>
            <a:off x="495211" y="5332703"/>
            <a:ext cx="7843189" cy="1021279"/>
          </a:xfrm>
        </p:spPr>
        <p:txBody>
          <a:bodyPr>
            <a:noAutofit/>
          </a:bodyPr>
          <a:lstStyle>
            <a:lvl1pPr marL="0" indent="0" algn="l">
              <a:lnSpc>
                <a:spcPct val="100000"/>
              </a:lnSpc>
              <a:spcAft>
                <a:spcPts val="0"/>
              </a:spcAft>
              <a:buNone/>
              <a:defRPr sz="1587">
                <a:solidFill>
                  <a:schemeClr val="bg1"/>
                </a:solidFill>
              </a:defRPr>
            </a:lvl1pPr>
            <a:lvl2pPr marL="0" indent="0" algn="l">
              <a:lnSpc>
                <a:spcPct val="100000"/>
              </a:lnSpc>
              <a:spcAft>
                <a:spcPts val="0"/>
              </a:spcAft>
              <a:buNone/>
              <a:defRPr sz="2010">
                <a:solidFill>
                  <a:schemeClr val="tx1"/>
                </a:solidFill>
              </a:defRPr>
            </a:lvl2pPr>
            <a:lvl3pPr marL="0" indent="0" algn="l">
              <a:lnSpc>
                <a:spcPct val="100000"/>
              </a:lnSpc>
              <a:spcAft>
                <a:spcPts val="0"/>
              </a:spcAft>
              <a:buNone/>
              <a:defRPr sz="2010">
                <a:solidFill>
                  <a:schemeClr val="tx1"/>
                </a:solidFill>
              </a:defRPr>
            </a:lvl3pPr>
            <a:lvl4pPr marL="0" indent="0" algn="l">
              <a:lnSpc>
                <a:spcPct val="100000"/>
              </a:lnSpc>
              <a:spcAft>
                <a:spcPts val="0"/>
              </a:spcAft>
              <a:buNone/>
              <a:defRPr sz="2010">
                <a:solidFill>
                  <a:schemeClr val="tx1"/>
                </a:solidFill>
              </a:defRPr>
            </a:lvl4pPr>
            <a:lvl5pPr marL="0" indent="0" algn="l">
              <a:lnSpc>
                <a:spcPct val="100000"/>
              </a:lnSpc>
              <a:spcAft>
                <a:spcPts val="0"/>
              </a:spcAft>
              <a:buNone/>
              <a:defRPr sz="2010">
                <a:solidFill>
                  <a:schemeClr val="tx1"/>
                </a:solidFill>
              </a:defRPr>
            </a:lvl5pPr>
            <a:lvl6pPr marL="0" indent="0" algn="l">
              <a:lnSpc>
                <a:spcPct val="100000"/>
              </a:lnSpc>
              <a:spcAft>
                <a:spcPts val="0"/>
              </a:spcAft>
              <a:buNone/>
              <a:defRPr sz="2010">
                <a:solidFill>
                  <a:schemeClr val="tx1"/>
                </a:solidFill>
              </a:defRPr>
            </a:lvl6pPr>
            <a:lvl7pPr marL="0" indent="0" algn="l">
              <a:lnSpc>
                <a:spcPct val="100000"/>
              </a:lnSpc>
              <a:spcAft>
                <a:spcPts val="0"/>
              </a:spcAft>
              <a:buNone/>
              <a:defRPr sz="2010">
                <a:solidFill>
                  <a:schemeClr val="tx1"/>
                </a:solidFill>
              </a:defRPr>
            </a:lvl7pPr>
            <a:lvl8pPr marL="0" indent="0" algn="l">
              <a:lnSpc>
                <a:spcPct val="100000"/>
              </a:lnSpc>
              <a:spcAft>
                <a:spcPts val="0"/>
              </a:spcAft>
              <a:buNone/>
              <a:defRPr sz="2010">
                <a:solidFill>
                  <a:schemeClr val="tx1"/>
                </a:solidFill>
              </a:defRPr>
            </a:lvl8pPr>
            <a:lvl9pPr marL="0" indent="0" algn="l">
              <a:lnSpc>
                <a:spcPct val="100000"/>
              </a:lnSpc>
              <a:spcAft>
                <a:spcPts val="0"/>
              </a:spcAft>
              <a:buNone/>
              <a:defRPr sz="2010">
                <a:solidFill>
                  <a:schemeClr val="tx1"/>
                </a:solidFill>
              </a:defRPr>
            </a:lvl9pPr>
          </a:lstStyle>
          <a:p>
            <a:pPr lvl="0"/>
            <a:r>
              <a:rPr lang="de-DE" dirty="0"/>
              <a:t>Zusatztext zur Präsentation 15 pt</a:t>
            </a:r>
          </a:p>
          <a:p>
            <a:pPr lvl="0"/>
            <a:r>
              <a:rPr lang="de-DE" dirty="0"/>
              <a:t>Referent, Abteilung, Ort, Datum</a:t>
            </a:r>
          </a:p>
        </p:txBody>
      </p:sp>
      <p:sp>
        <p:nvSpPr>
          <p:cNvPr id="10" name="Bildplatzhalter 9"/>
          <p:cNvSpPr>
            <a:spLocks noGrp="1" noChangeAspect="1"/>
          </p:cNvSpPr>
          <p:nvPr>
            <p:ph type="pic" sz="quarter" idx="13"/>
          </p:nvPr>
        </p:nvSpPr>
        <p:spPr bwMode="gray">
          <a:xfrm>
            <a:off x="0" y="0"/>
            <a:ext cx="12189804" cy="3419384"/>
          </a:xfrm>
        </p:spPr>
        <p:txBody>
          <a:bodyPr anchor="ctr"/>
          <a:lstStyle>
            <a:lvl1pPr algn="ctr">
              <a:defRPr sz="2116">
                <a:solidFill>
                  <a:schemeClr val="bg1"/>
                </a:solidFill>
              </a:defRPr>
            </a:lvl1pPr>
          </a:lstStyle>
          <a:p>
            <a:endParaRPr lang="de-DE" dirty="0"/>
          </a:p>
        </p:txBody>
      </p:sp>
      <p:sp>
        <p:nvSpPr>
          <p:cNvPr id="13" name="Textplatzhalter 5"/>
          <p:cNvSpPr>
            <a:spLocks noGrp="1"/>
          </p:cNvSpPr>
          <p:nvPr>
            <p:ph type="body" sz="quarter" idx="22" hasCustomPrompt="1"/>
          </p:nvPr>
        </p:nvSpPr>
        <p:spPr bwMode="gray">
          <a:xfrm>
            <a:off x="9785268" y="76198"/>
            <a:ext cx="1988462" cy="323841"/>
          </a:xfrm>
          <a:blipFill>
            <a:blip r:embed="rId2"/>
            <a:stretch>
              <a:fillRect/>
            </a:stretch>
          </a:blipFill>
        </p:spPr>
        <p:txBody>
          <a:bodyPr/>
          <a:lstStyle>
            <a:lvl1pPr marL="0" indent="0">
              <a:lnSpc>
                <a:spcPct val="100000"/>
              </a:lnSpc>
              <a:spcAft>
                <a:spcPts val="0"/>
              </a:spcAft>
              <a:buFont typeface="Arial" pitchFamily="34" charset="0"/>
              <a:buNone/>
              <a:defRPr sz="635">
                <a:solidFill>
                  <a:schemeClr val="bg1"/>
                </a:solidFill>
              </a:defRPr>
            </a:lvl1pPr>
            <a:lvl2pPr marL="0" indent="0">
              <a:lnSpc>
                <a:spcPct val="100000"/>
              </a:lnSpc>
              <a:spcAft>
                <a:spcPts val="0"/>
              </a:spcAft>
              <a:buNone/>
              <a:defRPr sz="635">
                <a:solidFill>
                  <a:schemeClr val="bg1"/>
                </a:solidFill>
              </a:defRPr>
            </a:lvl2pPr>
            <a:lvl3pPr marL="190458" indent="0">
              <a:lnSpc>
                <a:spcPct val="100000"/>
              </a:lnSpc>
              <a:spcAft>
                <a:spcPts val="0"/>
              </a:spcAft>
              <a:buNone/>
              <a:defRPr sz="635">
                <a:solidFill>
                  <a:schemeClr val="bg1"/>
                </a:solidFill>
              </a:defRPr>
            </a:lvl3pPr>
            <a:lvl4pPr marL="190458" indent="0">
              <a:lnSpc>
                <a:spcPct val="100000"/>
              </a:lnSpc>
              <a:spcAft>
                <a:spcPts val="0"/>
              </a:spcAft>
              <a:buNone/>
              <a:defRPr sz="635">
                <a:solidFill>
                  <a:schemeClr val="bg1"/>
                </a:solidFill>
              </a:defRPr>
            </a:lvl4pPr>
            <a:lvl5pPr marL="190458" indent="0">
              <a:lnSpc>
                <a:spcPct val="100000"/>
              </a:lnSpc>
              <a:spcAft>
                <a:spcPts val="0"/>
              </a:spcAft>
              <a:buNone/>
              <a:defRPr sz="635">
                <a:solidFill>
                  <a:schemeClr val="bg1"/>
                </a:solidFill>
              </a:defRPr>
            </a:lvl5pPr>
            <a:lvl6pPr marL="190458" indent="0">
              <a:lnSpc>
                <a:spcPct val="100000"/>
              </a:lnSpc>
              <a:spcAft>
                <a:spcPts val="0"/>
              </a:spcAft>
              <a:buNone/>
              <a:defRPr sz="635">
                <a:solidFill>
                  <a:schemeClr val="bg1"/>
                </a:solidFill>
              </a:defRPr>
            </a:lvl6pPr>
            <a:lvl7pPr marL="190458" indent="0">
              <a:lnSpc>
                <a:spcPct val="100000"/>
              </a:lnSpc>
              <a:spcAft>
                <a:spcPts val="0"/>
              </a:spcAft>
              <a:buNone/>
              <a:defRPr sz="635">
                <a:solidFill>
                  <a:schemeClr val="bg1"/>
                </a:solidFill>
              </a:defRPr>
            </a:lvl7pPr>
            <a:lvl8pPr marL="190458" indent="0">
              <a:lnSpc>
                <a:spcPct val="100000"/>
              </a:lnSpc>
              <a:spcAft>
                <a:spcPts val="0"/>
              </a:spcAft>
              <a:buNone/>
              <a:defRPr sz="635">
                <a:solidFill>
                  <a:schemeClr val="bg1"/>
                </a:solidFill>
              </a:defRPr>
            </a:lvl8pPr>
            <a:lvl9pPr marL="190458" indent="0">
              <a:lnSpc>
                <a:spcPct val="100000"/>
              </a:lnSpc>
              <a:spcAft>
                <a:spcPts val="0"/>
              </a:spcAft>
              <a:buNone/>
              <a:defRPr sz="635">
                <a:solidFill>
                  <a:schemeClr val="bg1"/>
                </a:solidFill>
              </a:defRPr>
            </a:lvl9pPr>
          </a:lstStyle>
          <a:p>
            <a:pPr lvl="0"/>
            <a:r>
              <a:rPr lang="de-DE" dirty="0"/>
              <a:t> </a:t>
            </a:r>
          </a:p>
        </p:txBody>
      </p:sp>
      <p:sp>
        <p:nvSpPr>
          <p:cNvPr id="14" name="Textplatzhalter 5"/>
          <p:cNvSpPr>
            <a:spLocks noGrp="1"/>
          </p:cNvSpPr>
          <p:nvPr>
            <p:ph type="body" sz="quarter" idx="23" hasCustomPrompt="1"/>
          </p:nvPr>
        </p:nvSpPr>
        <p:spPr bwMode="gray">
          <a:xfrm>
            <a:off x="7713860" y="76198"/>
            <a:ext cx="1988462" cy="323841"/>
          </a:xfrm>
          <a:noFill/>
        </p:spPr>
        <p:txBody>
          <a:bodyPr/>
          <a:lstStyle>
            <a:lvl1pPr marL="0" indent="0">
              <a:lnSpc>
                <a:spcPct val="100000"/>
              </a:lnSpc>
              <a:spcAft>
                <a:spcPts val="0"/>
              </a:spcAft>
              <a:buFont typeface="Arial" pitchFamily="34" charset="0"/>
              <a:buNone/>
              <a:defRPr sz="635">
                <a:solidFill>
                  <a:schemeClr val="bg1"/>
                </a:solidFill>
              </a:defRPr>
            </a:lvl1pPr>
            <a:lvl2pPr marL="0" indent="0">
              <a:lnSpc>
                <a:spcPct val="100000"/>
              </a:lnSpc>
              <a:spcAft>
                <a:spcPts val="0"/>
              </a:spcAft>
              <a:buNone/>
              <a:defRPr sz="635">
                <a:solidFill>
                  <a:schemeClr val="bg1"/>
                </a:solidFill>
              </a:defRPr>
            </a:lvl2pPr>
            <a:lvl3pPr marL="190458" indent="0">
              <a:lnSpc>
                <a:spcPct val="100000"/>
              </a:lnSpc>
              <a:spcAft>
                <a:spcPts val="0"/>
              </a:spcAft>
              <a:buNone/>
              <a:defRPr sz="635">
                <a:solidFill>
                  <a:schemeClr val="bg1"/>
                </a:solidFill>
              </a:defRPr>
            </a:lvl3pPr>
            <a:lvl4pPr marL="190458" indent="0">
              <a:lnSpc>
                <a:spcPct val="100000"/>
              </a:lnSpc>
              <a:spcAft>
                <a:spcPts val="0"/>
              </a:spcAft>
              <a:buNone/>
              <a:defRPr sz="635">
                <a:solidFill>
                  <a:schemeClr val="bg1"/>
                </a:solidFill>
              </a:defRPr>
            </a:lvl4pPr>
            <a:lvl5pPr marL="190458" indent="0">
              <a:lnSpc>
                <a:spcPct val="100000"/>
              </a:lnSpc>
              <a:spcAft>
                <a:spcPts val="0"/>
              </a:spcAft>
              <a:buNone/>
              <a:defRPr sz="635">
                <a:solidFill>
                  <a:schemeClr val="bg1"/>
                </a:solidFill>
              </a:defRPr>
            </a:lvl5pPr>
            <a:lvl6pPr marL="190458" indent="0">
              <a:lnSpc>
                <a:spcPct val="100000"/>
              </a:lnSpc>
              <a:spcAft>
                <a:spcPts val="0"/>
              </a:spcAft>
              <a:buNone/>
              <a:defRPr sz="635">
                <a:solidFill>
                  <a:schemeClr val="bg1"/>
                </a:solidFill>
              </a:defRPr>
            </a:lvl6pPr>
            <a:lvl7pPr marL="190458" indent="0">
              <a:lnSpc>
                <a:spcPct val="100000"/>
              </a:lnSpc>
              <a:spcAft>
                <a:spcPts val="0"/>
              </a:spcAft>
              <a:buNone/>
              <a:defRPr sz="635">
                <a:solidFill>
                  <a:schemeClr val="bg1"/>
                </a:solidFill>
              </a:defRPr>
            </a:lvl7pPr>
            <a:lvl8pPr marL="190458" indent="0">
              <a:lnSpc>
                <a:spcPct val="100000"/>
              </a:lnSpc>
              <a:spcAft>
                <a:spcPts val="0"/>
              </a:spcAft>
              <a:buNone/>
              <a:defRPr sz="635">
                <a:solidFill>
                  <a:schemeClr val="bg1"/>
                </a:solidFill>
              </a:defRPr>
            </a:lvl8pPr>
            <a:lvl9pPr marL="190458" indent="0">
              <a:lnSpc>
                <a:spcPct val="100000"/>
              </a:lnSpc>
              <a:spcAft>
                <a:spcPts val="0"/>
              </a:spcAft>
              <a:buNone/>
              <a:defRPr sz="635">
                <a:solidFill>
                  <a:schemeClr val="bg1"/>
                </a:solidFill>
              </a:defRPr>
            </a:lvl9pPr>
          </a:lstStyle>
          <a:p>
            <a:pPr lvl="0"/>
            <a:r>
              <a:rPr lang="de-DE" dirty="0"/>
              <a:t> </a:t>
            </a:r>
          </a:p>
        </p:txBody>
      </p:sp>
      <p:pic>
        <p:nvPicPr>
          <p:cNvPr id="4" name="Picture 3"/>
          <p:cNvPicPr>
            <a:picLocks noChangeAspect="1"/>
          </p:cNvPicPr>
          <p:nvPr userDrawn="1"/>
        </p:nvPicPr>
        <p:blipFill>
          <a:blip r:embed="rId3"/>
          <a:stretch>
            <a:fillRect/>
          </a:stretch>
        </p:blipFill>
        <p:spPr>
          <a:xfrm>
            <a:off x="420" y="0"/>
            <a:ext cx="12343548" cy="6854640"/>
          </a:xfrm>
          <a:prstGeom prst="rect">
            <a:avLst/>
          </a:prstGeom>
        </p:spPr>
      </p:pic>
    </p:spTree>
    <p:extLst>
      <p:ext uri="{BB962C8B-B14F-4D97-AF65-F5344CB8AC3E}">
        <p14:creationId xmlns:p14="http://schemas.microsoft.com/office/powerpoint/2010/main" val="263774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68444D1-C66A-4A11-B1A8-F795CD52E844}"/>
              </a:ext>
            </a:extLst>
          </p:cNvPr>
          <p:cNvSpPr>
            <a:spLocks noGrp="1"/>
          </p:cNvSpPr>
          <p:nvPr>
            <p:ph type="sldNum" sz="quarter" idx="12"/>
          </p:nvPr>
        </p:nvSpPr>
        <p:spPr>
          <a:xfrm>
            <a:off x="10668000" y="6417222"/>
            <a:ext cx="1135117" cy="247103"/>
          </a:xfrm>
          <a:prstGeom prst="rect">
            <a:avLst/>
          </a:prstGeom>
        </p:spPr>
        <p:txBody>
          <a:bodyPr/>
          <a:lstStyle>
            <a:lvl1pPr algn="r">
              <a:defRPr sz="1200">
                <a:solidFill>
                  <a:schemeClr val="bg1"/>
                </a:solidFill>
              </a:defRPr>
            </a:lvl1pPr>
          </a:lstStyle>
          <a:p>
            <a:fld id="{B72E91CA-9B22-2844-8E94-2A762C5288E7}" type="slidenum">
              <a:rPr lang="en-US" smtClean="0"/>
              <a:pPr/>
              <a:t>‹#›</a:t>
            </a:fld>
            <a:endParaRPr lang="en-US" dirty="0"/>
          </a:p>
        </p:txBody>
      </p:sp>
      <p:sp>
        <p:nvSpPr>
          <p:cNvPr id="3" name="Date Placeholder 3">
            <a:extLst>
              <a:ext uri="{FF2B5EF4-FFF2-40B4-BE49-F238E27FC236}">
                <a16:creationId xmlns:a16="http://schemas.microsoft.com/office/drawing/2014/main" id="{F4416F7F-CDA0-4846-8900-07880843B28D}"/>
              </a:ext>
            </a:extLst>
          </p:cNvPr>
          <p:cNvSpPr>
            <a:spLocks noGrp="1"/>
          </p:cNvSpPr>
          <p:nvPr>
            <p:ph type="dt" sz="half" idx="10"/>
          </p:nvPr>
        </p:nvSpPr>
        <p:spPr>
          <a:xfrm>
            <a:off x="9693166" y="6417222"/>
            <a:ext cx="974834" cy="247103"/>
          </a:xfrm>
          <a:prstGeom prst="rect">
            <a:avLst/>
          </a:prstGeom>
        </p:spPr>
        <p:txBody>
          <a:bodyPr/>
          <a:lstStyle>
            <a:lvl1pPr algn="r">
              <a:defRPr sz="12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092E4D88-5787-4881-B190-56D7C0F4FEE7}"/>
              </a:ext>
            </a:extLst>
          </p:cNvPr>
          <p:cNvSpPr>
            <a:spLocks noGrp="1"/>
          </p:cNvSpPr>
          <p:nvPr>
            <p:ph type="ftr" sz="quarter" idx="11"/>
          </p:nvPr>
        </p:nvSpPr>
        <p:spPr>
          <a:xfrm>
            <a:off x="1524000" y="6417222"/>
            <a:ext cx="7819697" cy="247103"/>
          </a:xfrm>
          <a:prstGeom prst="rect">
            <a:avLst/>
          </a:prstGeom>
        </p:spPr>
        <p:txBody>
          <a:bodyPr/>
          <a:lstStyle>
            <a:lvl1pPr>
              <a:defRPr sz="1200">
                <a:solidFill>
                  <a:schemeClr val="bg1"/>
                </a:solidFill>
              </a:defRPr>
            </a:lvl1pPr>
          </a:lstStyle>
          <a:p>
            <a:endParaRPr lang="en-US" dirty="0"/>
          </a:p>
        </p:txBody>
      </p:sp>
    </p:spTree>
    <p:extLst>
      <p:ext uri="{BB962C8B-B14F-4D97-AF65-F5344CB8AC3E}">
        <p14:creationId xmlns:p14="http://schemas.microsoft.com/office/powerpoint/2010/main" val="2516806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lean_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1FECBE-7F2E-A244-8F06-AF3BB9BB3651}"/>
              </a:ext>
            </a:extLst>
          </p:cNvPr>
          <p:cNvSpPr>
            <a:spLocks noGrp="1"/>
          </p:cNvSpPr>
          <p:nvPr>
            <p:ph type="ctrTitle" hasCustomPrompt="1"/>
          </p:nvPr>
        </p:nvSpPr>
        <p:spPr>
          <a:xfrm>
            <a:off x="321971" y="231820"/>
            <a:ext cx="11481145" cy="695459"/>
          </a:xfrm>
          <a:prstGeom prst="rect">
            <a:avLst/>
          </a:prstGeom>
        </p:spPr>
        <p:txBody>
          <a:bodyPr anchor="b"/>
          <a:lstStyle>
            <a:lvl1pPr algn="l">
              <a:defRPr sz="4800" b="1">
                <a:solidFill>
                  <a:srgbClr val="00274C"/>
                </a:solidFill>
              </a:defRPr>
            </a:lvl1pPr>
          </a:lstStyle>
          <a:p>
            <a:r>
              <a:rPr lang="en-US" dirty="0"/>
              <a:t>Headline</a:t>
            </a:r>
          </a:p>
        </p:txBody>
      </p:sp>
      <p:sp>
        <p:nvSpPr>
          <p:cNvPr id="11" name="Slide Number Placeholder 5">
            <a:extLst>
              <a:ext uri="{FF2B5EF4-FFF2-40B4-BE49-F238E27FC236}">
                <a16:creationId xmlns:a16="http://schemas.microsoft.com/office/drawing/2014/main" id="{4677279D-D2B1-9448-9829-8902CDD5D7BE}"/>
              </a:ext>
            </a:extLst>
          </p:cNvPr>
          <p:cNvSpPr>
            <a:spLocks noGrp="1"/>
          </p:cNvSpPr>
          <p:nvPr>
            <p:ph type="sldNum" sz="quarter" idx="12"/>
          </p:nvPr>
        </p:nvSpPr>
        <p:spPr>
          <a:xfrm>
            <a:off x="10668000" y="6474372"/>
            <a:ext cx="1135117" cy="247103"/>
          </a:xfrm>
          <a:prstGeom prst="rect">
            <a:avLst/>
          </a:prstGeom>
        </p:spPr>
        <p:txBody>
          <a:bodyPr/>
          <a:lstStyle>
            <a:lvl1pPr algn="r">
              <a:defRPr sz="1200">
                <a:solidFill>
                  <a:schemeClr val="bg1"/>
                </a:solidFill>
              </a:defRPr>
            </a:lvl1pPr>
          </a:lstStyle>
          <a:p>
            <a:fld id="{B72E91CA-9B22-2844-8E94-2A762C5288E7}" type="slidenum">
              <a:rPr lang="en-US" smtClean="0"/>
              <a:pPr/>
              <a:t>‹#›</a:t>
            </a:fld>
            <a:endParaRPr lang="en-US" dirty="0"/>
          </a:p>
        </p:txBody>
      </p:sp>
      <p:sp>
        <p:nvSpPr>
          <p:cNvPr id="9" name="Date Placeholder 3">
            <a:extLst>
              <a:ext uri="{FF2B5EF4-FFF2-40B4-BE49-F238E27FC236}">
                <a16:creationId xmlns:a16="http://schemas.microsoft.com/office/drawing/2014/main" id="{1C186C50-8FFD-7347-8887-535491AC5AD0}"/>
              </a:ext>
            </a:extLst>
          </p:cNvPr>
          <p:cNvSpPr>
            <a:spLocks noGrp="1"/>
          </p:cNvSpPr>
          <p:nvPr>
            <p:ph type="dt" sz="half" idx="10"/>
          </p:nvPr>
        </p:nvSpPr>
        <p:spPr>
          <a:xfrm>
            <a:off x="9693166" y="6474372"/>
            <a:ext cx="974834" cy="247103"/>
          </a:xfrm>
          <a:prstGeom prst="rect">
            <a:avLst/>
          </a:prstGeom>
        </p:spPr>
        <p:txBody>
          <a:bodyPr/>
          <a:lstStyle>
            <a:lvl1pPr algn="r">
              <a:defRPr sz="1200">
                <a:solidFill>
                  <a:schemeClr val="bg1"/>
                </a:solidFill>
              </a:defRPr>
            </a:lvl1pPr>
          </a:lstStyle>
          <a:p>
            <a:endParaRPr lang="en-US" dirty="0"/>
          </a:p>
        </p:txBody>
      </p:sp>
      <p:sp>
        <p:nvSpPr>
          <p:cNvPr id="10" name="Footer Placeholder 4">
            <a:extLst>
              <a:ext uri="{FF2B5EF4-FFF2-40B4-BE49-F238E27FC236}">
                <a16:creationId xmlns:a16="http://schemas.microsoft.com/office/drawing/2014/main" id="{FE9C16E7-4A5A-4B4E-BA20-0C42548368CF}"/>
              </a:ext>
            </a:extLst>
          </p:cNvPr>
          <p:cNvSpPr>
            <a:spLocks noGrp="1"/>
          </p:cNvSpPr>
          <p:nvPr>
            <p:ph type="ftr" sz="quarter" idx="11"/>
          </p:nvPr>
        </p:nvSpPr>
        <p:spPr>
          <a:xfrm>
            <a:off x="1524000" y="6474372"/>
            <a:ext cx="7819697" cy="247103"/>
          </a:xfrm>
          <a:prstGeom prst="rect">
            <a:avLst/>
          </a:prstGeom>
        </p:spPr>
        <p:txBody>
          <a:bodyPr/>
          <a:lstStyle>
            <a:lvl1pPr>
              <a:defRPr sz="1200">
                <a:solidFill>
                  <a:schemeClr val="bg1"/>
                </a:solidFill>
              </a:defRPr>
            </a:lvl1pPr>
          </a:lstStyle>
          <a:p>
            <a:endParaRPr lang="en-US" dirty="0"/>
          </a:p>
        </p:txBody>
      </p:sp>
      <p:sp>
        <p:nvSpPr>
          <p:cNvPr id="3" name="Text Placeholder 2"/>
          <p:cNvSpPr>
            <a:spLocks noGrp="1"/>
          </p:cNvSpPr>
          <p:nvPr>
            <p:ph type="body" sz="quarter" idx="13"/>
          </p:nvPr>
        </p:nvSpPr>
        <p:spPr>
          <a:xfrm>
            <a:off x="322263" y="1069333"/>
            <a:ext cx="11480854" cy="49520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117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E043-68C8-4883-9EB2-00340A2025C5}"/>
              </a:ext>
            </a:extLst>
          </p:cNvPr>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E56B6-94AD-4FF0-B968-BAF63D770416}"/>
              </a:ext>
            </a:extLst>
          </p:cNvPr>
          <p:cNvSpPr>
            <a:spLocks noGrp="1"/>
          </p:cNvSpPr>
          <p:nvPr>
            <p:ph type="body" sz="half" idx="1"/>
          </p:nvPr>
        </p:nvSpPr>
        <p:spPr>
          <a:xfrm>
            <a:off x="914400" y="1981200"/>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E3D9A6-2CB7-448E-8389-181F3E537D31}"/>
              </a:ext>
            </a:extLst>
          </p:cNvPr>
          <p:cNvSpPr>
            <a:spLocks noGrp="1"/>
          </p:cNvSpPr>
          <p:nvPr>
            <p:ph sz="half" idx="2"/>
          </p:nvPr>
        </p:nvSpPr>
        <p:spPr>
          <a:xfrm>
            <a:off x="914400" y="4114800"/>
            <a:ext cx="103632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6386C6-8033-4861-8272-2135FD89F80C}"/>
              </a:ext>
            </a:extLst>
          </p:cNvPr>
          <p:cNvSpPr>
            <a:spLocks noGrp="1"/>
          </p:cNvSpPr>
          <p:nvPr>
            <p:ph type="dt" sz="half" idx="10"/>
          </p:nvPr>
        </p:nvSpPr>
        <p:spPr>
          <a:xfrm>
            <a:off x="914400" y="6248400"/>
            <a:ext cx="2540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92ED774-E55A-4210-9CF4-BF420FACA82D}"/>
              </a:ext>
            </a:extLst>
          </p:cNvPr>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66471BA-8683-4A43-8A2E-FA96EB4645BA}"/>
              </a:ext>
            </a:extLst>
          </p:cNvPr>
          <p:cNvSpPr>
            <a:spLocks noGrp="1"/>
          </p:cNvSpPr>
          <p:nvPr>
            <p:ph type="sldNum" sz="quarter" idx="12"/>
          </p:nvPr>
        </p:nvSpPr>
        <p:spPr>
          <a:xfrm>
            <a:off x="8737600" y="6248400"/>
            <a:ext cx="2540000" cy="457200"/>
          </a:xfrm>
        </p:spPr>
        <p:txBody>
          <a:bodyPr/>
          <a:lstStyle>
            <a:lvl1pPr>
              <a:defRPr/>
            </a:lvl1pPr>
          </a:lstStyle>
          <a:p>
            <a:fld id="{3537F1E4-7B83-482F-8A4C-6C9B2E152C00}" type="slidenum">
              <a:rPr lang="en-US" altLang="en-US"/>
              <a:pPr/>
              <a:t>‹#›</a:t>
            </a:fld>
            <a:endParaRPr lang="en-US" altLang="en-US"/>
          </a:p>
        </p:txBody>
      </p:sp>
    </p:spTree>
    <p:extLst>
      <p:ext uri="{BB962C8B-B14F-4D97-AF65-F5344CB8AC3E}">
        <p14:creationId xmlns:p14="http://schemas.microsoft.com/office/powerpoint/2010/main" val="33659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5807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7382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78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87221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7920D87-571D-CC4B-B389-D3610F6FE156}"/>
              </a:ext>
            </a:extLst>
          </p:cNvPr>
          <p:cNvSpPr>
            <a:spLocks noGrp="1"/>
          </p:cNvSpPr>
          <p:nvPr>
            <p:ph type="title" hasCustomPrompt="1"/>
          </p:nvPr>
        </p:nvSpPr>
        <p:spPr>
          <a:xfrm>
            <a:off x="0" y="2665522"/>
            <a:ext cx="12191999" cy="1736944"/>
          </a:xfrm>
          <a:prstGeom prst="rect">
            <a:avLst/>
          </a:prstGeom>
        </p:spPr>
        <p:txBody>
          <a:bodyPr anchor="b"/>
          <a:lstStyle>
            <a:lvl1pPr algn="ctr">
              <a:defRPr sz="4800" b="1">
                <a:solidFill>
                  <a:srgbClr val="00274C"/>
                </a:solidFill>
              </a:defRPr>
            </a:lvl1pPr>
          </a:lstStyle>
          <a:p>
            <a:r>
              <a:rPr lang="en-US" dirty="0"/>
              <a:t>Title Slide 4</a:t>
            </a:r>
          </a:p>
        </p:txBody>
      </p:sp>
      <p:sp>
        <p:nvSpPr>
          <p:cNvPr id="11" name="Subtitle 2">
            <a:extLst>
              <a:ext uri="{FF2B5EF4-FFF2-40B4-BE49-F238E27FC236}">
                <a16:creationId xmlns:a16="http://schemas.microsoft.com/office/drawing/2014/main" id="{4A97885D-6546-714E-B343-8B08B239D24B}"/>
              </a:ext>
            </a:extLst>
          </p:cNvPr>
          <p:cNvSpPr>
            <a:spLocks noGrp="1"/>
          </p:cNvSpPr>
          <p:nvPr>
            <p:ph type="subTitle" idx="1" hasCustomPrompt="1"/>
          </p:nvPr>
        </p:nvSpPr>
        <p:spPr>
          <a:xfrm>
            <a:off x="0" y="4989403"/>
            <a:ext cx="12192000" cy="990983"/>
          </a:xfrm>
          <a:prstGeom prst="rect">
            <a:avLst/>
          </a:prstGeo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SUBTITLE/TAGLINE</a:t>
            </a:r>
          </a:p>
        </p:txBody>
      </p:sp>
    </p:spTree>
    <p:extLst>
      <p:ext uri="{BB962C8B-B14F-4D97-AF65-F5344CB8AC3E}">
        <p14:creationId xmlns:p14="http://schemas.microsoft.com/office/powerpoint/2010/main" val="2516807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9032E25-2363-5343-A306-954E3827CE32}"/>
              </a:ext>
            </a:extLst>
          </p:cNvPr>
          <p:cNvSpPr>
            <a:spLocks noGrp="1"/>
          </p:cNvSpPr>
          <p:nvPr>
            <p:ph type="ctrTitle" hasCustomPrompt="1"/>
          </p:nvPr>
        </p:nvSpPr>
        <p:spPr>
          <a:xfrm>
            <a:off x="1524000" y="355108"/>
            <a:ext cx="9144000" cy="864092"/>
          </a:xfrm>
          <a:prstGeom prst="rect">
            <a:avLst/>
          </a:prstGeom>
        </p:spPr>
        <p:txBody>
          <a:bodyPr anchor="b"/>
          <a:lstStyle>
            <a:lvl1pPr algn="l">
              <a:defRPr sz="4800" b="1">
                <a:solidFill>
                  <a:srgbClr val="00274C"/>
                </a:solidFill>
              </a:defRPr>
            </a:lvl1pPr>
          </a:lstStyle>
          <a:p>
            <a:r>
              <a:rPr lang="en-US" dirty="0"/>
              <a:t>Headline</a:t>
            </a:r>
          </a:p>
        </p:txBody>
      </p:sp>
      <p:sp>
        <p:nvSpPr>
          <p:cNvPr id="8" name="Subtitle 2">
            <a:extLst>
              <a:ext uri="{FF2B5EF4-FFF2-40B4-BE49-F238E27FC236}">
                <a16:creationId xmlns:a16="http://schemas.microsoft.com/office/drawing/2014/main" id="{4573A1B3-25CF-C244-9A9F-F0AD140606FC}"/>
              </a:ext>
            </a:extLst>
          </p:cNvPr>
          <p:cNvSpPr>
            <a:spLocks noGrp="1"/>
          </p:cNvSpPr>
          <p:nvPr>
            <p:ph type="subTitle" idx="1" hasCustomPrompt="1"/>
          </p:nvPr>
        </p:nvSpPr>
        <p:spPr>
          <a:xfrm>
            <a:off x="1524000" y="1542009"/>
            <a:ext cx="9144000" cy="4596031"/>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Content</a:t>
            </a:r>
          </a:p>
        </p:txBody>
      </p:sp>
    </p:spTree>
    <p:extLst>
      <p:ext uri="{BB962C8B-B14F-4D97-AF65-F5344CB8AC3E}">
        <p14:creationId xmlns:p14="http://schemas.microsoft.com/office/powerpoint/2010/main" val="4135158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1FECBE-7F2E-A244-8F06-AF3BB9BB3651}"/>
              </a:ext>
            </a:extLst>
          </p:cNvPr>
          <p:cNvSpPr>
            <a:spLocks noGrp="1"/>
          </p:cNvSpPr>
          <p:nvPr>
            <p:ph type="ctrTitle" hasCustomPrompt="1"/>
          </p:nvPr>
        </p:nvSpPr>
        <p:spPr>
          <a:xfrm>
            <a:off x="321971" y="231820"/>
            <a:ext cx="11481145" cy="695459"/>
          </a:xfrm>
          <a:prstGeom prst="rect">
            <a:avLst/>
          </a:prstGeom>
        </p:spPr>
        <p:txBody>
          <a:bodyPr anchor="b"/>
          <a:lstStyle>
            <a:lvl1pPr algn="l">
              <a:defRPr sz="4800" b="1">
                <a:solidFill>
                  <a:srgbClr val="00274C"/>
                </a:solidFill>
              </a:defRPr>
            </a:lvl1pPr>
          </a:lstStyle>
          <a:p>
            <a:r>
              <a:rPr lang="en-US" dirty="0"/>
              <a:t>Headline</a:t>
            </a:r>
          </a:p>
        </p:txBody>
      </p:sp>
      <p:sp>
        <p:nvSpPr>
          <p:cNvPr id="8" name="Subtitle 2">
            <a:extLst>
              <a:ext uri="{FF2B5EF4-FFF2-40B4-BE49-F238E27FC236}">
                <a16:creationId xmlns:a16="http://schemas.microsoft.com/office/drawing/2014/main" id="{04E4369A-837A-B34E-AB83-109EFB99D883}"/>
              </a:ext>
            </a:extLst>
          </p:cNvPr>
          <p:cNvSpPr>
            <a:spLocks noGrp="1"/>
          </p:cNvSpPr>
          <p:nvPr>
            <p:ph type="subTitle" idx="1" hasCustomPrompt="1"/>
          </p:nvPr>
        </p:nvSpPr>
        <p:spPr>
          <a:xfrm>
            <a:off x="321971" y="1133341"/>
            <a:ext cx="11481145" cy="5004699"/>
          </a:xfrm>
          <a:prstGeom prst="rect">
            <a:avLst/>
          </a:prstGeom>
        </p:spPr>
        <p:txBody>
          <a:bodyPr/>
          <a:lstStyle>
            <a:lvl1pPr marL="342900" indent="-342900" algn="l">
              <a:buFont typeface="Arial" panose="020B0604020202020204" pitchFamily="34" charset="0"/>
              <a:buChar char="•"/>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Content</a:t>
            </a:r>
          </a:p>
          <a:p>
            <a:endParaRPr lang="en-US" dirty="0"/>
          </a:p>
        </p:txBody>
      </p:sp>
      <p:sp>
        <p:nvSpPr>
          <p:cNvPr id="11" name="Slide Number Placeholder 5">
            <a:extLst>
              <a:ext uri="{FF2B5EF4-FFF2-40B4-BE49-F238E27FC236}">
                <a16:creationId xmlns:a16="http://schemas.microsoft.com/office/drawing/2014/main" id="{4677279D-D2B1-9448-9829-8902CDD5D7BE}"/>
              </a:ext>
            </a:extLst>
          </p:cNvPr>
          <p:cNvSpPr>
            <a:spLocks noGrp="1"/>
          </p:cNvSpPr>
          <p:nvPr>
            <p:ph type="sldNum" sz="quarter" idx="12"/>
          </p:nvPr>
        </p:nvSpPr>
        <p:spPr>
          <a:xfrm>
            <a:off x="10668000" y="6474372"/>
            <a:ext cx="1135117" cy="247103"/>
          </a:xfrm>
          <a:prstGeom prst="rect">
            <a:avLst/>
          </a:prstGeom>
        </p:spPr>
        <p:txBody>
          <a:bodyPr/>
          <a:lstStyle>
            <a:lvl1pPr algn="r">
              <a:defRPr sz="1200">
                <a:solidFill>
                  <a:schemeClr val="bg1"/>
                </a:solidFill>
              </a:defRPr>
            </a:lvl1pPr>
          </a:lstStyle>
          <a:p>
            <a:fld id="{B72E91CA-9B22-2844-8E94-2A762C5288E7}" type="slidenum">
              <a:rPr lang="en-US" smtClean="0"/>
              <a:pPr/>
              <a:t>‹#›</a:t>
            </a:fld>
            <a:endParaRPr lang="en-US" dirty="0"/>
          </a:p>
        </p:txBody>
      </p:sp>
      <p:sp>
        <p:nvSpPr>
          <p:cNvPr id="9" name="Date Placeholder 3">
            <a:extLst>
              <a:ext uri="{FF2B5EF4-FFF2-40B4-BE49-F238E27FC236}">
                <a16:creationId xmlns:a16="http://schemas.microsoft.com/office/drawing/2014/main" id="{1C186C50-8FFD-7347-8887-535491AC5AD0}"/>
              </a:ext>
            </a:extLst>
          </p:cNvPr>
          <p:cNvSpPr>
            <a:spLocks noGrp="1"/>
          </p:cNvSpPr>
          <p:nvPr>
            <p:ph type="dt" sz="half" idx="10"/>
          </p:nvPr>
        </p:nvSpPr>
        <p:spPr>
          <a:xfrm>
            <a:off x="9693166" y="6474372"/>
            <a:ext cx="974834" cy="247103"/>
          </a:xfrm>
          <a:prstGeom prst="rect">
            <a:avLst/>
          </a:prstGeom>
        </p:spPr>
        <p:txBody>
          <a:bodyPr/>
          <a:lstStyle>
            <a:lvl1pPr algn="r">
              <a:defRPr sz="1200">
                <a:solidFill>
                  <a:schemeClr val="bg1"/>
                </a:solidFill>
              </a:defRPr>
            </a:lvl1pPr>
          </a:lstStyle>
          <a:p>
            <a:endParaRPr lang="en-US" dirty="0"/>
          </a:p>
        </p:txBody>
      </p:sp>
      <p:sp>
        <p:nvSpPr>
          <p:cNvPr id="10" name="Footer Placeholder 4">
            <a:extLst>
              <a:ext uri="{FF2B5EF4-FFF2-40B4-BE49-F238E27FC236}">
                <a16:creationId xmlns:a16="http://schemas.microsoft.com/office/drawing/2014/main" id="{FE9C16E7-4A5A-4B4E-BA20-0C42548368CF}"/>
              </a:ext>
            </a:extLst>
          </p:cNvPr>
          <p:cNvSpPr>
            <a:spLocks noGrp="1"/>
          </p:cNvSpPr>
          <p:nvPr>
            <p:ph type="ftr" sz="quarter" idx="11"/>
          </p:nvPr>
        </p:nvSpPr>
        <p:spPr>
          <a:xfrm>
            <a:off x="1524000" y="6474372"/>
            <a:ext cx="7819697" cy="247103"/>
          </a:xfrm>
          <a:prstGeom prst="rect">
            <a:avLst/>
          </a:prstGeom>
        </p:spPr>
        <p:txBody>
          <a:bodyPr/>
          <a:lstStyle>
            <a:lvl1pPr>
              <a:defRPr sz="1200">
                <a:solidFill>
                  <a:schemeClr val="bg1"/>
                </a:solidFill>
              </a:defRPr>
            </a:lvl1pPr>
          </a:lstStyle>
          <a:p>
            <a:endParaRPr lang="en-US" dirty="0"/>
          </a:p>
        </p:txBody>
      </p:sp>
    </p:spTree>
    <p:extLst>
      <p:ext uri="{BB962C8B-B14F-4D97-AF65-F5344CB8AC3E}">
        <p14:creationId xmlns:p14="http://schemas.microsoft.com/office/powerpoint/2010/main" val="941698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ean_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1FECBE-7F2E-A244-8F06-AF3BB9BB3651}"/>
              </a:ext>
            </a:extLst>
          </p:cNvPr>
          <p:cNvSpPr>
            <a:spLocks noGrp="1"/>
          </p:cNvSpPr>
          <p:nvPr>
            <p:ph type="ctrTitle" hasCustomPrompt="1"/>
          </p:nvPr>
        </p:nvSpPr>
        <p:spPr>
          <a:xfrm>
            <a:off x="321971" y="231820"/>
            <a:ext cx="11481145" cy="695459"/>
          </a:xfrm>
          <a:prstGeom prst="rect">
            <a:avLst/>
          </a:prstGeom>
        </p:spPr>
        <p:txBody>
          <a:bodyPr anchor="b"/>
          <a:lstStyle>
            <a:lvl1pPr algn="l">
              <a:defRPr sz="4800" b="1">
                <a:solidFill>
                  <a:srgbClr val="00274C"/>
                </a:solidFill>
              </a:defRPr>
            </a:lvl1pPr>
          </a:lstStyle>
          <a:p>
            <a:r>
              <a:rPr lang="en-US" dirty="0"/>
              <a:t>Headline</a:t>
            </a:r>
          </a:p>
        </p:txBody>
      </p:sp>
      <p:sp>
        <p:nvSpPr>
          <p:cNvPr id="11" name="Slide Number Placeholder 5">
            <a:extLst>
              <a:ext uri="{FF2B5EF4-FFF2-40B4-BE49-F238E27FC236}">
                <a16:creationId xmlns:a16="http://schemas.microsoft.com/office/drawing/2014/main" id="{4677279D-D2B1-9448-9829-8902CDD5D7BE}"/>
              </a:ext>
            </a:extLst>
          </p:cNvPr>
          <p:cNvSpPr>
            <a:spLocks noGrp="1"/>
          </p:cNvSpPr>
          <p:nvPr>
            <p:ph type="sldNum" sz="quarter" idx="12"/>
          </p:nvPr>
        </p:nvSpPr>
        <p:spPr>
          <a:xfrm>
            <a:off x="10668000" y="6474372"/>
            <a:ext cx="1135117" cy="247103"/>
          </a:xfrm>
          <a:prstGeom prst="rect">
            <a:avLst/>
          </a:prstGeom>
        </p:spPr>
        <p:txBody>
          <a:bodyPr/>
          <a:lstStyle>
            <a:lvl1pPr algn="r">
              <a:defRPr sz="1200">
                <a:solidFill>
                  <a:schemeClr val="bg1"/>
                </a:solidFill>
              </a:defRPr>
            </a:lvl1pPr>
          </a:lstStyle>
          <a:p>
            <a:fld id="{B72E91CA-9B22-2844-8E94-2A762C5288E7}" type="slidenum">
              <a:rPr lang="en-US" smtClean="0"/>
              <a:pPr/>
              <a:t>‹#›</a:t>
            </a:fld>
            <a:endParaRPr lang="en-US" dirty="0"/>
          </a:p>
        </p:txBody>
      </p:sp>
      <p:sp>
        <p:nvSpPr>
          <p:cNvPr id="9" name="Date Placeholder 3">
            <a:extLst>
              <a:ext uri="{FF2B5EF4-FFF2-40B4-BE49-F238E27FC236}">
                <a16:creationId xmlns:a16="http://schemas.microsoft.com/office/drawing/2014/main" id="{1C186C50-8FFD-7347-8887-535491AC5AD0}"/>
              </a:ext>
            </a:extLst>
          </p:cNvPr>
          <p:cNvSpPr>
            <a:spLocks noGrp="1"/>
          </p:cNvSpPr>
          <p:nvPr>
            <p:ph type="dt" sz="half" idx="10"/>
          </p:nvPr>
        </p:nvSpPr>
        <p:spPr>
          <a:xfrm>
            <a:off x="9693166" y="6474372"/>
            <a:ext cx="974834" cy="247103"/>
          </a:xfrm>
          <a:prstGeom prst="rect">
            <a:avLst/>
          </a:prstGeom>
        </p:spPr>
        <p:txBody>
          <a:bodyPr/>
          <a:lstStyle>
            <a:lvl1pPr algn="r">
              <a:defRPr sz="1200">
                <a:solidFill>
                  <a:schemeClr val="bg1"/>
                </a:solidFill>
              </a:defRPr>
            </a:lvl1pPr>
          </a:lstStyle>
          <a:p>
            <a:endParaRPr lang="en-US" dirty="0"/>
          </a:p>
        </p:txBody>
      </p:sp>
      <p:sp>
        <p:nvSpPr>
          <p:cNvPr id="10" name="Footer Placeholder 4">
            <a:extLst>
              <a:ext uri="{FF2B5EF4-FFF2-40B4-BE49-F238E27FC236}">
                <a16:creationId xmlns:a16="http://schemas.microsoft.com/office/drawing/2014/main" id="{FE9C16E7-4A5A-4B4E-BA20-0C42548368CF}"/>
              </a:ext>
            </a:extLst>
          </p:cNvPr>
          <p:cNvSpPr>
            <a:spLocks noGrp="1"/>
          </p:cNvSpPr>
          <p:nvPr>
            <p:ph type="ftr" sz="quarter" idx="11"/>
          </p:nvPr>
        </p:nvSpPr>
        <p:spPr>
          <a:xfrm>
            <a:off x="1524000" y="6474372"/>
            <a:ext cx="7819697" cy="247103"/>
          </a:xfrm>
          <a:prstGeom prst="rect">
            <a:avLst/>
          </a:prstGeom>
        </p:spPr>
        <p:txBody>
          <a:bodyPr/>
          <a:lstStyle>
            <a:lvl1pPr>
              <a:defRPr sz="1200">
                <a:solidFill>
                  <a:schemeClr val="bg1"/>
                </a:solidFill>
              </a:defRPr>
            </a:lvl1pPr>
          </a:lstStyle>
          <a:p>
            <a:endParaRPr lang="en-US" dirty="0"/>
          </a:p>
        </p:txBody>
      </p:sp>
      <p:sp>
        <p:nvSpPr>
          <p:cNvPr id="3" name="Text Placeholder 2"/>
          <p:cNvSpPr>
            <a:spLocks noGrp="1"/>
          </p:cNvSpPr>
          <p:nvPr>
            <p:ph type="body" sz="quarter" idx="13"/>
          </p:nvPr>
        </p:nvSpPr>
        <p:spPr>
          <a:xfrm>
            <a:off x="322263" y="1069333"/>
            <a:ext cx="11480854" cy="4952087"/>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1828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39D1-55F5-B545-B3C1-D2779C975C94}"/>
              </a:ext>
            </a:extLst>
          </p:cNvPr>
          <p:cNvSpPr>
            <a:spLocks noGrp="1"/>
          </p:cNvSpPr>
          <p:nvPr>
            <p:ph type="ctrTitle" hasCustomPrompt="1"/>
          </p:nvPr>
        </p:nvSpPr>
        <p:spPr>
          <a:xfrm>
            <a:off x="0" y="3005958"/>
            <a:ext cx="12192000" cy="1407894"/>
          </a:xfrm>
          <a:prstGeom prst="rect">
            <a:avLst/>
          </a:prstGeom>
        </p:spPr>
        <p:txBody>
          <a:bodyPr anchor="b"/>
          <a:lstStyle>
            <a:lvl1pPr algn="ctr">
              <a:defRPr sz="4800" b="1">
                <a:solidFill>
                  <a:schemeClr val="bg1"/>
                </a:solidFill>
              </a:defRPr>
            </a:lvl1pPr>
          </a:lstStyle>
          <a:p>
            <a:r>
              <a:rPr lang="en-US" dirty="0"/>
              <a:t>Title Slide 2</a:t>
            </a:r>
          </a:p>
        </p:txBody>
      </p:sp>
      <p:sp>
        <p:nvSpPr>
          <p:cNvPr id="3" name="Subtitle 2">
            <a:extLst>
              <a:ext uri="{FF2B5EF4-FFF2-40B4-BE49-F238E27FC236}">
                <a16:creationId xmlns:a16="http://schemas.microsoft.com/office/drawing/2014/main" id="{DE83E85C-23C4-9D49-A616-F1EFF90A3B20}"/>
              </a:ext>
            </a:extLst>
          </p:cNvPr>
          <p:cNvSpPr>
            <a:spLocks noGrp="1"/>
          </p:cNvSpPr>
          <p:nvPr>
            <p:ph type="subTitle" idx="1" hasCustomPrompt="1"/>
          </p:nvPr>
        </p:nvSpPr>
        <p:spPr>
          <a:xfrm>
            <a:off x="0" y="4989403"/>
            <a:ext cx="12192000" cy="990983"/>
          </a:xfrm>
          <a:prstGeom prst="rect">
            <a:avLst/>
          </a:prstGeo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SUBTITLE/TAGLINE</a:t>
            </a:r>
          </a:p>
        </p:txBody>
      </p:sp>
    </p:spTree>
    <p:extLst>
      <p:ext uri="{BB962C8B-B14F-4D97-AF65-F5344CB8AC3E}">
        <p14:creationId xmlns:p14="http://schemas.microsoft.com/office/powerpoint/2010/main" val="1725323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5.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5.jpe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6.xml"/><Relationship Id="rId1" Type="http://schemas.openxmlformats.org/officeDocument/2006/relationships/slideLayout" Target="../slideLayouts/slideLayout14.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755742-0700-034C-B4AE-306C657BF80C}"/>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C5076D48-578B-E44B-A42E-714FD8BD8955}"/>
              </a:ext>
            </a:extLst>
          </p:cNvPr>
          <p:cNvPicPr>
            <a:picLocks noChangeAspect="1"/>
          </p:cNvPicPr>
          <p:nvPr userDrawn="1"/>
        </p:nvPicPr>
        <p:blipFill>
          <a:blip r:embed="rId5"/>
          <a:stretch>
            <a:fillRect/>
          </a:stretch>
        </p:blipFill>
        <p:spPr>
          <a:xfrm>
            <a:off x="5130800" y="720890"/>
            <a:ext cx="1930400" cy="2057400"/>
          </a:xfrm>
          <a:prstGeom prst="rect">
            <a:avLst/>
          </a:prstGeom>
        </p:spPr>
      </p:pic>
    </p:spTree>
    <p:extLst>
      <p:ext uri="{BB962C8B-B14F-4D97-AF65-F5344CB8AC3E}">
        <p14:creationId xmlns:p14="http://schemas.microsoft.com/office/powerpoint/2010/main" val="4124864072"/>
      </p:ext>
    </p:extLst>
  </p:cSld>
  <p:clrMap bg1="lt1" tx1="dk1" bg2="lt2" tx2="dk2" accent1="accent1" accent2="accent2" accent3="accent3" accent4="accent4" accent5="accent5" accent6="accent6" hlink="hlink" folHlink="folHlink"/>
  <p:sldLayoutIdLst>
    <p:sldLayoutId id="2147483651" r:id="rId1"/>
    <p:sldLayoutId id="214748368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CDAB1EC-0489-EA49-8E53-4995A99E3C50}"/>
              </a:ext>
            </a:extLst>
          </p:cNvPr>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lide Number Placeholder 5">
            <a:extLst>
              <a:ext uri="{FF2B5EF4-FFF2-40B4-BE49-F238E27FC236}">
                <a16:creationId xmlns:a16="http://schemas.microsoft.com/office/drawing/2014/main" id="{2304BDA9-7AE1-4FBB-93A2-62D2F87A31DC}"/>
              </a:ext>
            </a:extLst>
          </p:cNvPr>
          <p:cNvSpPr>
            <a:spLocks noGrp="1"/>
          </p:cNvSpPr>
          <p:nvPr>
            <p:ph type="sldNum" sz="quarter" idx="4"/>
          </p:nvPr>
        </p:nvSpPr>
        <p:spPr>
          <a:xfrm>
            <a:off x="10668000" y="6426747"/>
            <a:ext cx="1135117" cy="247103"/>
          </a:xfrm>
          <a:prstGeom prst="rect">
            <a:avLst/>
          </a:prstGeom>
        </p:spPr>
        <p:txBody>
          <a:bodyPr/>
          <a:lstStyle>
            <a:lvl1pPr algn="r">
              <a:defRPr sz="1200">
                <a:solidFill>
                  <a:schemeClr val="bg1"/>
                </a:solidFill>
              </a:defRPr>
            </a:lvl1pPr>
          </a:lstStyle>
          <a:p>
            <a:fld id="{B72E91CA-9B22-2844-8E94-2A762C5288E7}" type="slidenum">
              <a:rPr lang="en-US" smtClean="0"/>
              <a:pPr/>
              <a:t>‹#›</a:t>
            </a:fld>
            <a:endParaRPr lang="en-US" dirty="0"/>
          </a:p>
        </p:txBody>
      </p:sp>
      <p:sp>
        <p:nvSpPr>
          <p:cNvPr id="4" name="Date Placeholder 3">
            <a:extLst>
              <a:ext uri="{FF2B5EF4-FFF2-40B4-BE49-F238E27FC236}">
                <a16:creationId xmlns:a16="http://schemas.microsoft.com/office/drawing/2014/main" id="{D37E7FA0-93DB-40E9-BAA2-EF6BD45458B8}"/>
              </a:ext>
            </a:extLst>
          </p:cNvPr>
          <p:cNvSpPr>
            <a:spLocks noGrp="1"/>
          </p:cNvSpPr>
          <p:nvPr>
            <p:ph type="dt" sz="half" idx="2"/>
          </p:nvPr>
        </p:nvSpPr>
        <p:spPr>
          <a:xfrm>
            <a:off x="9693166" y="6426747"/>
            <a:ext cx="974834" cy="247103"/>
          </a:xfrm>
          <a:prstGeom prst="rect">
            <a:avLst/>
          </a:prstGeom>
        </p:spPr>
        <p:txBody>
          <a:bodyPr/>
          <a:lstStyle>
            <a:lvl1pPr algn="r">
              <a:defRPr sz="12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D2082CC6-F35D-4BD7-9A05-CB2448CC0BD4}"/>
              </a:ext>
            </a:extLst>
          </p:cNvPr>
          <p:cNvSpPr>
            <a:spLocks noGrp="1"/>
          </p:cNvSpPr>
          <p:nvPr>
            <p:ph type="ftr" sz="quarter" idx="3"/>
          </p:nvPr>
        </p:nvSpPr>
        <p:spPr>
          <a:xfrm>
            <a:off x="1524000" y="6426747"/>
            <a:ext cx="7819697" cy="247103"/>
          </a:xfrm>
          <a:prstGeom prst="rect">
            <a:avLst/>
          </a:prstGeom>
        </p:spPr>
        <p:txBody>
          <a:bodyPr/>
          <a:lstStyle>
            <a:lvl1pPr>
              <a:defRPr sz="1200">
                <a:solidFill>
                  <a:schemeClr val="bg1"/>
                </a:solidFill>
              </a:defRPr>
            </a:lvl1pPr>
          </a:lstStyle>
          <a:p>
            <a:endParaRPr lang="en-US" dirty="0"/>
          </a:p>
        </p:txBody>
      </p:sp>
    </p:spTree>
    <p:extLst>
      <p:ext uri="{BB962C8B-B14F-4D97-AF65-F5344CB8AC3E}">
        <p14:creationId xmlns:p14="http://schemas.microsoft.com/office/powerpoint/2010/main" val="145349517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D28CFBB-05A1-0D4C-BAEF-C1396714FC35}"/>
              </a:ext>
            </a:extLst>
          </p:cNvPr>
          <p:cNvSpPr/>
          <p:nvPr userDrawn="1"/>
        </p:nvSpPr>
        <p:spPr>
          <a:xfrm>
            <a:off x="0" y="4445876"/>
            <a:ext cx="12192000" cy="2412124"/>
          </a:xfrm>
          <a:prstGeom prst="rect">
            <a:avLst/>
          </a:prstGeom>
          <a:solidFill>
            <a:srgbClr val="00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6B21C43-EF3E-6740-B05D-A42023846950}"/>
              </a:ext>
            </a:extLst>
          </p:cNvPr>
          <p:cNvPicPr>
            <a:picLocks noChangeAspect="1"/>
          </p:cNvPicPr>
          <p:nvPr userDrawn="1"/>
        </p:nvPicPr>
        <p:blipFill>
          <a:blip r:embed="rId3"/>
          <a:stretch>
            <a:fillRect/>
          </a:stretch>
        </p:blipFill>
        <p:spPr>
          <a:xfrm>
            <a:off x="5130800" y="720890"/>
            <a:ext cx="1930400" cy="2057400"/>
          </a:xfrm>
          <a:prstGeom prst="rect">
            <a:avLst/>
          </a:prstGeom>
        </p:spPr>
      </p:pic>
      <p:cxnSp>
        <p:nvCxnSpPr>
          <p:cNvPr id="11" name="Straight Connector 10">
            <a:extLst>
              <a:ext uri="{FF2B5EF4-FFF2-40B4-BE49-F238E27FC236}">
                <a16:creationId xmlns:a16="http://schemas.microsoft.com/office/drawing/2014/main" id="{6214D7EA-B9D7-E440-914A-16FF19E03683}"/>
              </a:ext>
            </a:extLst>
          </p:cNvPr>
          <p:cNvCxnSpPr>
            <a:cxnSpLocks/>
          </p:cNvCxnSpPr>
          <p:nvPr userDrawn="1"/>
        </p:nvCxnSpPr>
        <p:spPr>
          <a:xfrm>
            <a:off x="0" y="4445876"/>
            <a:ext cx="12192000"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64446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7A444A1-CF09-3B4A-BCB2-1DA487F87CB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12365868"/>
      </p:ext>
    </p:extLst>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CDAB1EC-0489-EA49-8E53-4995A99E3C50}"/>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39982860"/>
      </p:ext>
    </p:extLst>
  </p:cSld>
  <p:clrMap bg1="lt1" tx1="dk1" bg2="lt2" tx2="dk2" accent1="accent1" accent2="accent2" accent3="accent3" accent4="accent4" accent5="accent5" accent6="accent6" hlink="hlink" folHlink="folHlink"/>
  <p:sldLayoutIdLst>
    <p:sldLayoutId id="2147483665" r:id="rId1"/>
    <p:sldLayoutId id="214748367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755742-0700-034C-B4AE-306C657BF80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C5076D48-578B-E44B-A42E-714FD8BD8955}"/>
              </a:ext>
            </a:extLst>
          </p:cNvPr>
          <p:cNvPicPr>
            <a:picLocks noChangeAspect="1"/>
          </p:cNvPicPr>
          <p:nvPr userDrawn="1"/>
        </p:nvPicPr>
        <p:blipFill>
          <a:blip r:embed="rId4"/>
          <a:stretch>
            <a:fillRect/>
          </a:stretch>
        </p:blipFill>
        <p:spPr>
          <a:xfrm>
            <a:off x="5130800" y="720890"/>
            <a:ext cx="1930400" cy="2057400"/>
          </a:xfrm>
          <a:prstGeom prst="rect">
            <a:avLst/>
          </a:prstGeom>
        </p:spPr>
      </p:pic>
    </p:spTree>
    <p:extLst>
      <p:ext uri="{BB962C8B-B14F-4D97-AF65-F5344CB8AC3E}">
        <p14:creationId xmlns:p14="http://schemas.microsoft.com/office/powerpoint/2010/main" val="4097550544"/>
      </p:ext>
    </p:extLst>
  </p:cSld>
  <p:clrMap bg1="lt1" tx1="dk1" bg2="lt2" tx2="dk2" accent1="accent1" accent2="accent2" accent3="accent3" accent4="accent4" accent5="accent5" accent6="accent6" hlink="hlink" folHlink="folHlink"/>
  <p:sldLayoutIdLst>
    <p:sldLayoutId id="2147483692"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a:xfrm>
            <a:off x="229005" y="3532283"/>
            <a:ext cx="12189804" cy="1152535"/>
          </a:xfrm>
        </p:spPr>
        <p:txBody>
          <a:bodyPr>
            <a:normAutofit/>
          </a:bodyPr>
          <a:lstStyle/>
          <a:p>
            <a:r>
              <a:rPr lang="en-US" sz="2800" b="1" dirty="0">
                <a:latin typeface="CorpoS" pitchFamily="2" charset="0"/>
              </a:rPr>
              <a:t>Machine Learning / Predictive Analytics (Classification)</a:t>
            </a:r>
            <a:endParaRPr lang="de-DE" sz="3600" b="1" dirty="0">
              <a:latin typeface="CorpoS" pitchFamily="2" charset="0"/>
            </a:endParaRPr>
          </a:p>
        </p:txBody>
      </p:sp>
      <p:sp>
        <p:nvSpPr>
          <p:cNvPr id="3" name="Subtitle 2"/>
          <p:cNvSpPr>
            <a:spLocks noGrp="1"/>
          </p:cNvSpPr>
          <p:nvPr>
            <p:ph type="subTitle" idx="1"/>
          </p:nvPr>
        </p:nvSpPr>
        <p:spPr>
          <a:xfrm>
            <a:off x="229005" y="4816960"/>
            <a:ext cx="7843189" cy="1021123"/>
          </a:xfrm>
        </p:spPr>
        <p:txBody>
          <a:bodyPr/>
          <a:lstStyle/>
          <a:p>
            <a:r>
              <a:rPr lang="en-US" sz="1800" dirty="0"/>
              <a:t>QMSS 301 - </a:t>
            </a:r>
            <a:r>
              <a:rPr lang="en-GB" sz="1800" dirty="0"/>
              <a:t>Quantitative Social Science Analysis and Big Data</a:t>
            </a:r>
            <a:endParaRPr lang="en-US" sz="1800" dirty="0"/>
          </a:p>
        </p:txBody>
      </p:sp>
      <p:sp>
        <p:nvSpPr>
          <p:cNvPr id="4" name="Picture Placeholder 3">
            <a:extLst>
              <a:ext uri="{FF2B5EF4-FFF2-40B4-BE49-F238E27FC236}">
                <a16:creationId xmlns:a16="http://schemas.microsoft.com/office/drawing/2014/main" id="{3C6A4D20-DB6D-4BB6-B2DB-3E2F4EC1A6ED}"/>
              </a:ext>
            </a:extLst>
          </p:cNvPr>
          <p:cNvSpPr>
            <a:spLocks noGrp="1"/>
          </p:cNvSpPr>
          <p:nvPr>
            <p:ph type="pic" sz="quarter" idx="13"/>
          </p:nvPr>
        </p:nvSpPr>
        <p:spPr/>
        <p:txBody>
          <a:bodyPr/>
          <a:lstStyle/>
          <a:p>
            <a:endParaRPr lang="en-US"/>
          </a:p>
        </p:txBody>
      </p:sp>
      <p:pic>
        <p:nvPicPr>
          <p:cNvPr id="8" name="Picture 7">
            <a:extLst>
              <a:ext uri="{FF2B5EF4-FFF2-40B4-BE49-F238E27FC236}">
                <a16:creationId xmlns:a16="http://schemas.microsoft.com/office/drawing/2014/main" id="{3D88E3EF-3DB2-4BCA-A2DE-F2793B4C5681}"/>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2196" y="5966"/>
            <a:ext cx="12344810" cy="3413415"/>
          </a:xfrm>
          <a:prstGeom prst="rect">
            <a:avLst/>
          </a:prstGeom>
        </p:spPr>
      </p:pic>
      <p:pic>
        <p:nvPicPr>
          <p:cNvPr id="9" name="Picture 8">
            <a:extLst>
              <a:ext uri="{FF2B5EF4-FFF2-40B4-BE49-F238E27FC236}">
                <a16:creationId xmlns:a16="http://schemas.microsoft.com/office/drawing/2014/main" id="{59BF6F6D-24EA-4524-8AAF-04612A5E82EB}"/>
              </a:ext>
            </a:extLst>
          </p:cNvPr>
          <p:cNvPicPr>
            <a:picLocks noChangeAspect="1"/>
          </p:cNvPicPr>
          <p:nvPr/>
        </p:nvPicPr>
        <p:blipFill>
          <a:blip r:embed="rId4"/>
          <a:stretch>
            <a:fillRect/>
          </a:stretch>
        </p:blipFill>
        <p:spPr>
          <a:xfrm>
            <a:off x="5129702" y="731593"/>
            <a:ext cx="1930400" cy="2057400"/>
          </a:xfrm>
          <a:prstGeom prst="rect">
            <a:avLst/>
          </a:prstGeom>
        </p:spPr>
      </p:pic>
      <p:cxnSp>
        <p:nvCxnSpPr>
          <p:cNvPr id="10" name="Straight Connector 9">
            <a:extLst>
              <a:ext uri="{FF2B5EF4-FFF2-40B4-BE49-F238E27FC236}">
                <a16:creationId xmlns:a16="http://schemas.microsoft.com/office/drawing/2014/main" id="{264C2064-CB39-4C0D-BA4F-1F92F8A6ECF6}"/>
              </a:ext>
            </a:extLst>
          </p:cNvPr>
          <p:cNvCxnSpPr>
            <a:cxnSpLocks/>
          </p:cNvCxnSpPr>
          <p:nvPr/>
        </p:nvCxnSpPr>
        <p:spPr>
          <a:xfrm>
            <a:off x="-21246" y="44067"/>
            <a:ext cx="12363860"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6922BAF-BC8F-4B01-83D8-0D6491D02598}"/>
              </a:ext>
            </a:extLst>
          </p:cNvPr>
          <p:cNvCxnSpPr>
            <a:cxnSpLocks/>
          </p:cNvCxnSpPr>
          <p:nvPr/>
        </p:nvCxnSpPr>
        <p:spPr>
          <a:xfrm>
            <a:off x="-2196" y="3419385"/>
            <a:ext cx="12344810" cy="19235"/>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609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1914006-0BFF-48D4-AEB1-D760A6E76F1E}"/>
              </a:ext>
            </a:extLst>
          </p:cNvPr>
          <p:cNvSpPr txBox="1">
            <a:spLocks/>
          </p:cNvSpPr>
          <p:nvPr/>
        </p:nvSpPr>
        <p:spPr>
          <a:xfrm>
            <a:off x="321971" y="231820"/>
            <a:ext cx="11481145" cy="6954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b="1" i="0" u="none" strike="noStrike" kern="1200" cap="none" spc="0" normalizeH="0" baseline="0" noProof="0" dirty="0">
                <a:ln>
                  <a:noFill/>
                </a:ln>
                <a:solidFill>
                  <a:srgbClr val="00274C"/>
                </a:solidFill>
                <a:effectLst/>
                <a:uLnTx/>
                <a:uFillTx/>
                <a:latin typeface="Calibri Light" panose="020F0302020204030204"/>
                <a:ea typeface="+mj-ea"/>
                <a:cs typeface="+mj-cs"/>
              </a:rPr>
              <a:t>AI &amp; ML: Artificial Intelligence &amp; Machine Learning</a:t>
            </a:r>
          </a:p>
        </p:txBody>
      </p:sp>
      <p:sp>
        <p:nvSpPr>
          <p:cNvPr id="21" name="Slide Number Placeholder 20">
            <a:extLst>
              <a:ext uri="{FF2B5EF4-FFF2-40B4-BE49-F238E27FC236}">
                <a16:creationId xmlns:a16="http://schemas.microsoft.com/office/drawing/2014/main" id="{907ED60E-076C-4943-A687-FE236F69462A}"/>
              </a:ext>
            </a:extLst>
          </p:cNvPr>
          <p:cNvSpPr>
            <a:spLocks noGrp="1"/>
          </p:cNvSpPr>
          <p:nvPr>
            <p:ph type="sldNum" sz="quarter" idx="12"/>
          </p:nvPr>
        </p:nvSpPr>
        <p:spPr/>
        <p:txBody>
          <a:bodyPr/>
          <a:lstStyle/>
          <a:p>
            <a:fld id="{B72E91CA-9B22-2844-8E94-2A762C5288E7}" type="slidenum">
              <a:rPr lang="en-US" smtClean="0"/>
              <a:pPr/>
              <a:t>2</a:t>
            </a:fld>
            <a:endParaRPr lang="en-US" dirty="0"/>
          </a:p>
        </p:txBody>
      </p:sp>
      <p:pic>
        <p:nvPicPr>
          <p:cNvPr id="2" name="Picture 3" descr="C:\Users\SHRUTI B H\Desktop\sb-blog-what-is-mle.jpg">
            <a:extLst>
              <a:ext uri="{FF2B5EF4-FFF2-40B4-BE49-F238E27FC236}">
                <a16:creationId xmlns:a16="http://schemas.microsoft.com/office/drawing/2014/main" id="{6ACE22A4-A2B2-1601-C3DD-5586511CFDCE}"/>
              </a:ext>
            </a:extLst>
          </p:cNvPr>
          <p:cNvPicPr>
            <a:picLocks noChangeAspect="1" noChangeArrowheads="1"/>
          </p:cNvPicPr>
          <p:nvPr/>
        </p:nvPicPr>
        <p:blipFill>
          <a:blip r:embed="rId3" cstate="print">
            <a:clrChange>
              <a:clrFrom>
                <a:srgbClr val="271B65"/>
              </a:clrFrom>
              <a:clrTo>
                <a:srgbClr val="271B65">
                  <a:alpha val="0"/>
                </a:srgbClr>
              </a:clrTo>
            </a:clrChange>
            <a:extLst>
              <a:ext uri="{28A0092B-C50C-407E-A947-70E740481C1C}">
                <a14:useLocalDpi xmlns:a14="http://schemas.microsoft.com/office/drawing/2010/main" val="0"/>
              </a:ext>
            </a:extLst>
          </a:blip>
          <a:srcRect/>
          <a:stretch>
            <a:fillRect/>
          </a:stretch>
        </p:blipFill>
        <p:spPr bwMode="auto">
          <a:xfrm>
            <a:off x="3947651" y="1370835"/>
            <a:ext cx="3687766" cy="1508086"/>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17">
            <a:extLst>
              <a:ext uri="{FF2B5EF4-FFF2-40B4-BE49-F238E27FC236}">
                <a16:creationId xmlns:a16="http://schemas.microsoft.com/office/drawing/2014/main" id="{9958FF19-FB55-2BB7-5300-49C7C6EC76BB}"/>
              </a:ext>
            </a:extLst>
          </p:cNvPr>
          <p:cNvSpPr/>
          <p:nvPr/>
        </p:nvSpPr>
        <p:spPr>
          <a:xfrm>
            <a:off x="1538228" y="4226284"/>
            <a:ext cx="4285553" cy="1267835"/>
          </a:xfrm>
          <a:prstGeom prst="round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28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6" name="Rectangle 5">
            <a:extLst>
              <a:ext uri="{FF2B5EF4-FFF2-40B4-BE49-F238E27FC236}">
                <a16:creationId xmlns:a16="http://schemas.microsoft.com/office/drawing/2014/main" id="{16D4AADB-EA1E-084F-1558-259EF7DC6DB0}"/>
              </a:ext>
            </a:extLst>
          </p:cNvPr>
          <p:cNvSpPr/>
          <p:nvPr/>
        </p:nvSpPr>
        <p:spPr>
          <a:xfrm>
            <a:off x="1614851" y="4460532"/>
            <a:ext cx="4132303" cy="923330"/>
          </a:xfrm>
          <a:prstGeom prst="rect">
            <a:avLst/>
          </a:prstGeom>
        </p:spPr>
        <p:txBody>
          <a:bodyPr wrap="square">
            <a:spAutoFit/>
          </a:bodyPr>
          <a:lstStyle/>
          <a:p>
            <a:pPr algn="ctr" defTabSz="914286"/>
            <a:r>
              <a:rPr lang="en-US" sz="1800" dirty="0">
                <a:solidFill>
                  <a:prstClr val="black"/>
                </a:solidFill>
                <a:latin typeface="Calibri" panose="020F0502020204030204" pitchFamily="34" charset="0"/>
                <a:cs typeface="Calibri" panose="020F0502020204030204" pitchFamily="34" charset="0"/>
              </a:rPr>
              <a:t>AI is trained final output machine which mimic like human brain  </a:t>
            </a:r>
          </a:p>
          <a:p>
            <a:pPr algn="ctr" defTabSz="914286"/>
            <a:r>
              <a:rPr lang="en-US" sz="1800" dirty="0">
                <a:solidFill>
                  <a:prstClr val="black"/>
                </a:solidFill>
                <a:latin typeface="Calibri" panose="020F0502020204030204" pitchFamily="34" charset="0"/>
                <a:cs typeface="Calibri" panose="020F0502020204030204" pitchFamily="34" charset="0"/>
              </a:rPr>
              <a:t>Ex: Amazon </a:t>
            </a:r>
            <a:r>
              <a:rPr lang="en-US" sz="1800" dirty="0" err="1">
                <a:solidFill>
                  <a:prstClr val="black"/>
                </a:solidFill>
                <a:latin typeface="Calibri" panose="020F0502020204030204" pitchFamily="34" charset="0"/>
                <a:cs typeface="Calibri" panose="020F0502020204030204" pitchFamily="34" charset="0"/>
              </a:rPr>
              <a:t>Alexa</a:t>
            </a:r>
            <a:endParaRPr lang="en-US" sz="1800" dirty="0">
              <a:solidFill>
                <a:prstClr val="black"/>
              </a:solidFill>
              <a:latin typeface="Calibri" panose="020F0502020204030204" pitchFamily="34" charset="0"/>
              <a:cs typeface="Calibri" panose="020F0502020204030204" pitchFamily="34" charset="0"/>
            </a:endParaRPr>
          </a:p>
        </p:txBody>
      </p:sp>
      <p:sp>
        <p:nvSpPr>
          <p:cNvPr id="8" name="Rounded Rectangle 31">
            <a:extLst>
              <a:ext uri="{FF2B5EF4-FFF2-40B4-BE49-F238E27FC236}">
                <a16:creationId xmlns:a16="http://schemas.microsoft.com/office/drawing/2014/main" id="{6B15C1E3-87F4-D902-DDCF-8E11D56E7EFA}"/>
              </a:ext>
            </a:extLst>
          </p:cNvPr>
          <p:cNvSpPr/>
          <p:nvPr/>
        </p:nvSpPr>
        <p:spPr>
          <a:xfrm>
            <a:off x="5977061" y="4226284"/>
            <a:ext cx="4114804" cy="1267836"/>
          </a:xfrm>
          <a:prstGeom prst="round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28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9" name="Rectangle 8">
            <a:extLst>
              <a:ext uri="{FF2B5EF4-FFF2-40B4-BE49-F238E27FC236}">
                <a16:creationId xmlns:a16="http://schemas.microsoft.com/office/drawing/2014/main" id="{2F9E8BC4-92C1-8042-EBE3-3F438078CC86}"/>
              </a:ext>
            </a:extLst>
          </p:cNvPr>
          <p:cNvSpPr/>
          <p:nvPr/>
        </p:nvSpPr>
        <p:spPr>
          <a:xfrm>
            <a:off x="6041772" y="4537035"/>
            <a:ext cx="4050092" cy="646331"/>
          </a:xfrm>
          <a:prstGeom prst="rect">
            <a:avLst/>
          </a:prstGeom>
        </p:spPr>
        <p:txBody>
          <a:bodyPr wrap="square">
            <a:spAutoFit/>
          </a:bodyPr>
          <a:lstStyle/>
          <a:p>
            <a:pPr algn="ctr" defTabSz="914286"/>
            <a:r>
              <a:rPr lang="en-US" sz="1800" dirty="0">
                <a:solidFill>
                  <a:prstClr val="black"/>
                </a:solidFill>
                <a:latin typeface="Times New Roman" pitchFamily="18" charset="0"/>
                <a:cs typeface="Times New Roman" pitchFamily="18" charset="0"/>
              </a:rPr>
              <a:t> </a:t>
            </a:r>
            <a:r>
              <a:rPr lang="en-US" sz="1800" dirty="0">
                <a:solidFill>
                  <a:prstClr val="black"/>
                </a:solidFill>
                <a:latin typeface="Calibri" panose="020F0502020204030204" pitchFamily="34" charset="0"/>
                <a:cs typeface="Calibri" panose="020F0502020204030204" pitchFamily="34" charset="0"/>
              </a:rPr>
              <a:t>ML is a subset of AI. It is a technique to achieve AI. Ex: Spam Detection</a:t>
            </a:r>
          </a:p>
        </p:txBody>
      </p:sp>
      <p:sp>
        <p:nvSpPr>
          <p:cNvPr id="11" name="Oval 10">
            <a:extLst>
              <a:ext uri="{FF2B5EF4-FFF2-40B4-BE49-F238E27FC236}">
                <a16:creationId xmlns:a16="http://schemas.microsoft.com/office/drawing/2014/main" id="{F82BDA48-D970-1C75-C124-F38FF9CB7C9D}"/>
              </a:ext>
            </a:extLst>
          </p:cNvPr>
          <p:cNvSpPr/>
          <p:nvPr/>
        </p:nvSpPr>
        <p:spPr>
          <a:xfrm>
            <a:off x="6323200" y="1321091"/>
            <a:ext cx="3127234" cy="3137361"/>
          </a:xfrm>
          <a:prstGeom prst="ellipse">
            <a:avLst/>
          </a:prstGeom>
          <a:solidFill>
            <a:sysClr val="window" lastClr="FFFFFF">
              <a:lumMod val="95000"/>
            </a:sysClr>
          </a:solidFill>
          <a:ln w="6350" cap="flat" cmpd="sng" algn="ctr">
            <a:noFill/>
            <a:prstDash val="solid"/>
            <a:miter lim="800000"/>
          </a:ln>
          <a:effectLst/>
        </p:spPr>
        <p:txBody>
          <a:bodyPr rtlCol="0" anchor="ctr"/>
          <a:lstStyle/>
          <a:p>
            <a:pPr marL="0" marR="0" lvl="0" indent="0" algn="ctr" defTabSz="91428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cs typeface="+mn-cs"/>
            </a:endParaRPr>
          </a:p>
        </p:txBody>
      </p:sp>
      <p:sp>
        <p:nvSpPr>
          <p:cNvPr id="14" name="Oval 13">
            <a:extLst>
              <a:ext uri="{FF2B5EF4-FFF2-40B4-BE49-F238E27FC236}">
                <a16:creationId xmlns:a16="http://schemas.microsoft.com/office/drawing/2014/main" id="{B6630F5A-2EF5-8885-4137-EFB970D9E122}"/>
              </a:ext>
            </a:extLst>
          </p:cNvPr>
          <p:cNvSpPr/>
          <p:nvPr/>
        </p:nvSpPr>
        <p:spPr>
          <a:xfrm>
            <a:off x="2294499" y="1453314"/>
            <a:ext cx="2773009" cy="2730933"/>
          </a:xfrm>
          <a:prstGeom prst="ellipse">
            <a:avLst/>
          </a:prstGeom>
          <a:solidFill>
            <a:srgbClr val="FEDC04"/>
          </a:solidFill>
          <a:ln w="6350" cap="flat" cmpd="sng" algn="ctr">
            <a:noFill/>
            <a:prstDash val="solid"/>
            <a:miter lim="800000"/>
          </a:ln>
          <a:effectLst/>
        </p:spPr>
        <p:txBody>
          <a:bodyPr rtlCol="0" anchor="ctr"/>
          <a:lstStyle/>
          <a:p>
            <a:pPr marL="0" marR="0" lvl="0" indent="0" algn="ctr" defTabSz="91428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cs typeface="+mn-cs"/>
            </a:endParaRPr>
          </a:p>
        </p:txBody>
      </p:sp>
      <p:sp>
        <p:nvSpPr>
          <p:cNvPr id="15" name="Rectangle 14">
            <a:extLst>
              <a:ext uri="{FF2B5EF4-FFF2-40B4-BE49-F238E27FC236}">
                <a16:creationId xmlns:a16="http://schemas.microsoft.com/office/drawing/2014/main" id="{6962C159-E9AC-9023-734B-2C4F76CA1D77}"/>
              </a:ext>
            </a:extLst>
          </p:cNvPr>
          <p:cNvSpPr/>
          <p:nvPr/>
        </p:nvSpPr>
        <p:spPr>
          <a:xfrm>
            <a:off x="2456149" y="2566726"/>
            <a:ext cx="2374111" cy="400110"/>
          </a:xfrm>
          <a:prstGeom prst="rect">
            <a:avLst/>
          </a:prstGeom>
        </p:spPr>
        <p:txBody>
          <a:bodyPr wrap="none">
            <a:spAutoFit/>
          </a:bodyPr>
          <a:lstStyle/>
          <a:p>
            <a:pPr defTabSz="914286"/>
            <a:r>
              <a:rPr lang="en-US" sz="2000" b="1" dirty="0">
                <a:solidFill>
                  <a:prstClr val="black"/>
                </a:solidFill>
                <a:latin typeface="Calibri" panose="020F0502020204030204" pitchFamily="34" charset="0"/>
                <a:cs typeface="Calibri" panose="020F0502020204030204" pitchFamily="34" charset="0"/>
              </a:rPr>
              <a:t>Artificial Intelligence</a:t>
            </a:r>
          </a:p>
        </p:txBody>
      </p:sp>
      <p:sp>
        <p:nvSpPr>
          <p:cNvPr id="18" name="Oval 17">
            <a:extLst>
              <a:ext uri="{FF2B5EF4-FFF2-40B4-BE49-F238E27FC236}">
                <a16:creationId xmlns:a16="http://schemas.microsoft.com/office/drawing/2014/main" id="{AAC59AAD-B20E-29F8-49D7-E2DF1D52C24E}"/>
              </a:ext>
            </a:extLst>
          </p:cNvPr>
          <p:cNvSpPr/>
          <p:nvPr/>
        </p:nvSpPr>
        <p:spPr>
          <a:xfrm>
            <a:off x="6500312" y="1468156"/>
            <a:ext cx="2773009" cy="2730933"/>
          </a:xfrm>
          <a:prstGeom prst="ellipse">
            <a:avLst/>
          </a:prstGeom>
          <a:solidFill>
            <a:sysClr val="windowText" lastClr="000000">
              <a:lumMod val="50000"/>
              <a:lumOff val="50000"/>
            </a:sysClr>
          </a:solidFill>
          <a:ln w="6350" cap="flat" cmpd="sng" algn="ctr">
            <a:noFill/>
            <a:prstDash val="solid"/>
            <a:miter lim="800000"/>
          </a:ln>
          <a:effectLst/>
        </p:spPr>
        <p:txBody>
          <a:bodyPr rtlCol="0" anchor="ctr"/>
          <a:lstStyle/>
          <a:p>
            <a:pPr marL="0" marR="0" lvl="0" indent="0" algn="ctr" defTabSz="91428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cs typeface="+mn-cs"/>
            </a:endParaRPr>
          </a:p>
        </p:txBody>
      </p:sp>
      <p:sp>
        <p:nvSpPr>
          <p:cNvPr id="19" name="Rectangle 18">
            <a:extLst>
              <a:ext uri="{FF2B5EF4-FFF2-40B4-BE49-F238E27FC236}">
                <a16:creationId xmlns:a16="http://schemas.microsoft.com/office/drawing/2014/main" id="{6C35D5C2-83A3-AD55-7EC6-C1D352B2BE60}"/>
              </a:ext>
            </a:extLst>
          </p:cNvPr>
          <p:cNvSpPr/>
          <p:nvPr/>
        </p:nvSpPr>
        <p:spPr>
          <a:xfrm>
            <a:off x="6812118" y="2572281"/>
            <a:ext cx="2143536" cy="707886"/>
          </a:xfrm>
          <a:prstGeom prst="rect">
            <a:avLst/>
          </a:prstGeom>
        </p:spPr>
        <p:txBody>
          <a:bodyPr wrap="none">
            <a:spAutoFit/>
          </a:bodyPr>
          <a:lstStyle/>
          <a:p>
            <a:pPr marL="0" marR="0" lvl="0" indent="0" defTabSz="914286"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Machine Learning </a:t>
            </a:r>
          </a:p>
          <a:p>
            <a:pPr marL="0" marR="0" lvl="0" indent="0" defTabSz="914286"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119582758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F3CB7FF-F9E4-E833-34C2-4327D30F9810}"/>
              </a:ext>
            </a:extLst>
          </p:cNvPr>
          <p:cNvSpPr>
            <a:spLocks noGrp="1"/>
          </p:cNvSpPr>
          <p:nvPr>
            <p:ph type="sldNum" sz="quarter" idx="12"/>
          </p:nvPr>
        </p:nvSpPr>
        <p:spPr/>
        <p:txBody>
          <a:bodyPr/>
          <a:lstStyle/>
          <a:p>
            <a:fld id="{B72E91CA-9B22-2844-8E94-2A762C5288E7}" type="slidenum">
              <a:rPr lang="en-US" smtClean="0"/>
              <a:pPr/>
              <a:t>3</a:t>
            </a:fld>
            <a:endParaRPr lang="en-US" dirty="0"/>
          </a:p>
        </p:txBody>
      </p:sp>
      <p:sp>
        <p:nvSpPr>
          <p:cNvPr id="4" name="Text Placeholder 3">
            <a:extLst>
              <a:ext uri="{FF2B5EF4-FFF2-40B4-BE49-F238E27FC236}">
                <a16:creationId xmlns:a16="http://schemas.microsoft.com/office/drawing/2014/main" id="{EAE15692-6F72-E915-57FD-D29F7E4158EB}"/>
              </a:ext>
            </a:extLst>
          </p:cNvPr>
          <p:cNvSpPr>
            <a:spLocks noGrp="1"/>
          </p:cNvSpPr>
          <p:nvPr>
            <p:ph type="body" sz="quarter" idx="13"/>
          </p:nvPr>
        </p:nvSpPr>
        <p:spPr>
          <a:xfrm>
            <a:off x="322263" y="740781"/>
            <a:ext cx="11480854" cy="5280640"/>
          </a:xfrm>
        </p:spPr>
        <p:txBody>
          <a:bodyPr/>
          <a:lstStyle/>
          <a:p>
            <a:r>
              <a:rPr lang="en-US" sz="3200" b="0" i="0" dirty="0">
                <a:solidFill>
                  <a:srgbClr val="374151"/>
                </a:solidFill>
                <a:effectLst/>
                <a:latin typeface="Söhne"/>
              </a:rPr>
              <a:t>Machine learning is a subset of artificial intelligence (AI) that focuses on the development of algorithms and models that enable computers to learn and make predictions or decisions without being explicitly programmed to do so. </a:t>
            </a:r>
          </a:p>
          <a:p>
            <a:endParaRPr lang="en-US" sz="3200" dirty="0">
              <a:solidFill>
                <a:srgbClr val="374151"/>
              </a:solidFill>
              <a:latin typeface="Söhne"/>
            </a:endParaRPr>
          </a:p>
          <a:p>
            <a:endParaRPr lang="en-US" sz="3200" b="0" i="0" dirty="0">
              <a:solidFill>
                <a:srgbClr val="374151"/>
              </a:solidFill>
              <a:effectLst/>
              <a:latin typeface="Söhne"/>
            </a:endParaRPr>
          </a:p>
          <a:p>
            <a:r>
              <a:rPr lang="en-US" sz="3200" b="0" i="0" dirty="0">
                <a:solidFill>
                  <a:srgbClr val="374151"/>
                </a:solidFill>
                <a:effectLst/>
                <a:latin typeface="Söhne"/>
              </a:rPr>
              <a:t>In traditional programming, humans write explicit instructions to tell a computer how to perform a task. In contrast, in machine learning, computers learn from data and improve their performance on a specific task through experience.</a:t>
            </a:r>
            <a:endParaRPr lang="en-US" sz="3200" dirty="0"/>
          </a:p>
        </p:txBody>
      </p:sp>
    </p:spTree>
    <p:extLst>
      <p:ext uri="{BB962C8B-B14F-4D97-AF65-F5344CB8AC3E}">
        <p14:creationId xmlns:p14="http://schemas.microsoft.com/office/powerpoint/2010/main" val="1111416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784" y="844340"/>
            <a:ext cx="5226111" cy="646331"/>
          </a:xfrm>
          <a:prstGeom prst="rect">
            <a:avLst/>
          </a:prstGeom>
        </p:spPr>
        <p:txBody>
          <a:bodyPr wrap="none">
            <a:spAutoFit/>
          </a:bodyPr>
          <a:lstStyle/>
          <a:p>
            <a:r>
              <a:rPr lang="en-US" sz="3600" b="1" dirty="0">
                <a:latin typeface="Agency FB" panose="020B0503020202020204" pitchFamily="34" charset="0"/>
                <a:cs typeface="Times New Roman" pitchFamily="18" charset="0"/>
              </a:rPr>
              <a:t>1. Transportation and Navigation</a:t>
            </a:r>
          </a:p>
        </p:txBody>
      </p:sp>
      <p:pic>
        <p:nvPicPr>
          <p:cNvPr id="8" name="Picture 2" descr="C:\Users\SHRUTI B H\Desktop\0_EchszGv-gB9m8Cq-.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73" y="1757015"/>
            <a:ext cx="2853521" cy="33439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3810350" y="1638225"/>
            <a:ext cx="8166236" cy="3816429"/>
          </a:xfrm>
          <a:prstGeom prst="rect">
            <a:avLst/>
          </a:prstGeom>
        </p:spPr>
        <p:txBody>
          <a:bodyPr wrap="square">
            <a:spAutoFit/>
          </a:bodyPr>
          <a:lstStyle/>
          <a:p>
            <a:pPr marL="362822" indent="-362822" algn="just">
              <a:buFont typeface="Wingdings" panose="05000000000000000000" pitchFamily="2" charset="2"/>
              <a:buChar char="q"/>
            </a:pPr>
            <a:r>
              <a:rPr lang="en-US" sz="2200" dirty="0">
                <a:latin typeface="Calibri" panose="020F0502020204030204" pitchFamily="34" charset="0"/>
                <a:ea typeface="Calibri" panose="020F0502020204030204" pitchFamily="34" charset="0"/>
                <a:cs typeface="Calibri" panose="020F0502020204030204" pitchFamily="34" charset="0"/>
              </a:rPr>
              <a:t>With </a:t>
            </a:r>
            <a:r>
              <a:rPr lang="en-US" sz="2200" b="1" dirty="0">
                <a:solidFill>
                  <a:srgbClr val="FF0000"/>
                </a:solidFill>
                <a:latin typeface="Calibri" panose="020F0502020204030204" pitchFamily="34" charset="0"/>
                <a:ea typeface="Calibri" panose="020F0502020204030204" pitchFamily="34" charset="0"/>
                <a:cs typeface="Calibri" panose="020F0502020204030204" pitchFamily="34" charset="0"/>
              </a:rPr>
              <a:t>AI</a:t>
            </a:r>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-enabled mapping</a:t>
            </a:r>
            <a:r>
              <a:rPr lang="en-US" sz="2200" dirty="0">
                <a:latin typeface="Calibri" panose="020F0502020204030204" pitchFamily="34" charset="0"/>
                <a:ea typeface="Calibri" panose="020F0502020204030204" pitchFamily="34" charset="0"/>
                <a:cs typeface="Calibri" panose="020F0502020204030204" pitchFamily="34" charset="0"/>
              </a:rPr>
              <a:t>, it scans road information and utilizes algorithms to identify the optimal route to take, be it in a bike, car, bus, train, or on foot. </a:t>
            </a:r>
          </a:p>
          <a:p>
            <a:pPr marL="362822" indent="-362822" algn="just">
              <a:buFont typeface="Wingdings" panose="05000000000000000000" pitchFamily="2" charset="2"/>
              <a:buChar char="q"/>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362822" indent="-362822" algn="just">
              <a:buFont typeface="Wingdings" panose="05000000000000000000" pitchFamily="2" charset="2"/>
              <a:buChar char="q"/>
            </a:pPr>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Autonomous Vehicles:</a:t>
            </a:r>
            <a:r>
              <a:rPr lang="en-US" sz="2200" dirty="0">
                <a:latin typeface="Calibri" panose="020F0502020204030204" pitchFamily="34" charset="0"/>
                <a:ea typeface="Calibri" panose="020F0502020204030204" pitchFamily="34" charset="0"/>
                <a:cs typeface="Calibri" panose="020F0502020204030204" pitchFamily="34" charset="0"/>
              </a:rPr>
              <a:t> AI powers self-driving cars and drones.</a:t>
            </a:r>
          </a:p>
          <a:p>
            <a:pPr marL="362822" indent="-362822" algn="just">
              <a:buFont typeface="Wingdings" panose="05000000000000000000" pitchFamily="2" charset="2"/>
              <a:buChar char="q"/>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362822" indent="-362822" algn="just">
              <a:buFont typeface="Wingdings" panose="05000000000000000000" pitchFamily="2" charset="2"/>
              <a:buChar char="q"/>
            </a:pPr>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Traffic Management: </a:t>
            </a:r>
            <a:r>
              <a:rPr lang="en-US" sz="2200" dirty="0">
                <a:latin typeface="Calibri" panose="020F0502020204030204" pitchFamily="34" charset="0"/>
                <a:ea typeface="Calibri" panose="020F0502020204030204" pitchFamily="34" charset="0"/>
                <a:cs typeface="Calibri" panose="020F0502020204030204" pitchFamily="34" charset="0"/>
              </a:rPr>
              <a:t>ML models analyze traffic patterns to optimize routes.</a:t>
            </a:r>
          </a:p>
          <a:p>
            <a:pPr marL="362822" indent="-362822" algn="just">
              <a:buFont typeface="Wingdings" panose="05000000000000000000" pitchFamily="2" charset="2"/>
              <a:buChar char="q"/>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362822" indent="-362822" algn="just">
              <a:buFont typeface="Wingdings" panose="05000000000000000000" pitchFamily="2" charset="2"/>
              <a:buChar char="q"/>
            </a:pPr>
            <a:r>
              <a:rPr lang="en-US" sz="2200" dirty="0">
                <a:solidFill>
                  <a:srgbClr val="FF0000"/>
                </a:solidFill>
                <a:latin typeface="Calibri" panose="020F0502020204030204" pitchFamily="34" charset="0"/>
                <a:ea typeface="Calibri" panose="020F0502020204030204" pitchFamily="34" charset="0"/>
                <a:cs typeface="Calibri" panose="020F0502020204030204" pitchFamily="34" charset="0"/>
              </a:rPr>
              <a:t>Ride-Sharing and Navigation:</a:t>
            </a:r>
            <a:r>
              <a:rPr lang="en-US" sz="2200" dirty="0">
                <a:latin typeface="Calibri" panose="020F0502020204030204" pitchFamily="34" charset="0"/>
                <a:ea typeface="Calibri" panose="020F0502020204030204" pitchFamily="34" charset="0"/>
                <a:cs typeface="Calibri" panose="020F0502020204030204" pitchFamily="34" charset="0"/>
              </a:rPr>
              <a:t> Apps use AI to find the best routes and share rides.</a:t>
            </a:r>
          </a:p>
        </p:txBody>
      </p:sp>
      <p:sp>
        <p:nvSpPr>
          <p:cNvPr id="2" name="Google Shape;262;p28">
            <a:extLst>
              <a:ext uri="{FF2B5EF4-FFF2-40B4-BE49-F238E27FC236}">
                <a16:creationId xmlns:a16="http://schemas.microsoft.com/office/drawing/2014/main" id="{91D434B1-B2FC-7023-8E4D-5C6F29326CF2}"/>
              </a:ext>
            </a:extLst>
          </p:cNvPr>
          <p:cNvSpPr/>
          <p:nvPr/>
        </p:nvSpPr>
        <p:spPr>
          <a:xfrm>
            <a:off x="771115" y="123041"/>
            <a:ext cx="3832437" cy="527967"/>
          </a:xfrm>
          <a:custGeom>
            <a:avLst/>
            <a:gdLst/>
            <a:ahLst/>
            <a:cxnLst/>
            <a:rect l="l" t="t" r="r" b="b"/>
            <a:pathLst>
              <a:path w="13557" h="3922" extrusionOk="0">
                <a:moveTo>
                  <a:pt x="1" y="0"/>
                </a:moveTo>
                <a:lnTo>
                  <a:pt x="1" y="3921"/>
                </a:lnTo>
                <a:lnTo>
                  <a:pt x="13556" y="3921"/>
                </a:lnTo>
                <a:lnTo>
                  <a:pt x="13556" y="1954"/>
                </a:lnTo>
                <a:lnTo>
                  <a:pt x="13556" y="0"/>
                </a:lnTo>
                <a:close/>
              </a:path>
            </a:pathLst>
          </a:custGeom>
          <a:solidFill>
            <a:srgbClr val="00B0F0"/>
          </a:solidFill>
          <a:ln>
            <a:noFill/>
          </a:ln>
        </p:spPr>
        <p:txBody>
          <a:bodyPr spcFirstLastPara="1" wrap="square" lIns="91411" tIns="91411" rIns="91411" bIns="91411" anchor="ctr" anchorCtr="0">
            <a:noAutofit/>
          </a:bodyPr>
          <a:lstStyle/>
          <a:p>
            <a:pPr algn="ctr"/>
            <a:r>
              <a:rPr lang="en-US" sz="3600" b="1" dirty="0">
                <a:latin typeface="Agency FB" panose="020B0503020202020204" pitchFamily="34" charset="0"/>
                <a:cs typeface="Times New Roman" pitchFamily="18" charset="0"/>
              </a:rPr>
              <a:t>Applications of AI &amp; ML</a:t>
            </a:r>
          </a:p>
        </p:txBody>
      </p:sp>
      <p:sp>
        <p:nvSpPr>
          <p:cNvPr id="3" name="Google Shape;263;p28">
            <a:extLst>
              <a:ext uri="{FF2B5EF4-FFF2-40B4-BE49-F238E27FC236}">
                <a16:creationId xmlns:a16="http://schemas.microsoft.com/office/drawing/2014/main" id="{81836BFE-0789-F87E-4A99-8B7BC2AF4833}"/>
              </a:ext>
            </a:extLst>
          </p:cNvPr>
          <p:cNvSpPr/>
          <p:nvPr/>
        </p:nvSpPr>
        <p:spPr>
          <a:xfrm>
            <a:off x="1" y="525"/>
            <a:ext cx="771114" cy="772999"/>
          </a:xfrm>
          <a:custGeom>
            <a:avLst/>
            <a:gdLst/>
            <a:ahLst/>
            <a:cxnLst/>
            <a:rect l="l" t="t" r="r" b="b"/>
            <a:pathLst>
              <a:path w="5728" h="5742" extrusionOk="0">
                <a:moveTo>
                  <a:pt x="1" y="1"/>
                </a:moveTo>
                <a:lnTo>
                  <a:pt x="1" y="5741"/>
                </a:lnTo>
                <a:lnTo>
                  <a:pt x="5728" y="5741"/>
                </a:lnTo>
                <a:lnTo>
                  <a:pt x="5728" y="1"/>
                </a:lnTo>
                <a:close/>
              </a:path>
            </a:pathLst>
          </a:custGeom>
          <a:solidFill>
            <a:srgbClr val="FFC000"/>
          </a:solidFill>
          <a:ln>
            <a:noFill/>
          </a:ln>
        </p:spPr>
        <p:txBody>
          <a:bodyPr spcFirstLastPara="1" wrap="square" lIns="91411" tIns="91411" rIns="91411" bIns="91411" anchor="ctr" anchorCtr="0">
            <a:noAutofit/>
          </a:bodyPr>
          <a:lstStyle/>
          <a:p>
            <a:endParaRPr sz="2299"/>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SHRUTI B H\Desktop\0_iVabodRk0bCugyA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35" y="1813736"/>
            <a:ext cx="3954015" cy="32499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Rectangle 7"/>
          <p:cNvSpPr/>
          <p:nvPr/>
        </p:nvSpPr>
        <p:spPr>
          <a:xfrm>
            <a:off x="388573" y="964161"/>
            <a:ext cx="2545890" cy="646331"/>
          </a:xfrm>
          <a:prstGeom prst="rect">
            <a:avLst/>
          </a:prstGeom>
        </p:spPr>
        <p:txBody>
          <a:bodyPr wrap="none">
            <a:spAutoFit/>
          </a:bodyPr>
          <a:lstStyle/>
          <a:p>
            <a:r>
              <a:rPr lang="en-US" sz="3600" b="1" dirty="0">
                <a:latin typeface="Agency FB" panose="020B0503020202020204" pitchFamily="34" charset="0"/>
                <a:cs typeface="Times New Roman" pitchFamily="18" charset="0"/>
              </a:rPr>
              <a:t>2. Social media</a:t>
            </a:r>
          </a:p>
        </p:txBody>
      </p:sp>
      <p:sp>
        <p:nvSpPr>
          <p:cNvPr id="9" name="Rectangle 8"/>
          <p:cNvSpPr/>
          <p:nvPr/>
        </p:nvSpPr>
        <p:spPr>
          <a:xfrm>
            <a:off x="4630580" y="1763828"/>
            <a:ext cx="7146681" cy="3139321"/>
          </a:xfrm>
          <a:prstGeom prst="rect">
            <a:avLst/>
          </a:prstGeom>
        </p:spPr>
        <p:txBody>
          <a:bodyPr wrap="square">
            <a:spAutoFit/>
          </a:bodyPr>
          <a:lstStyle/>
          <a:p>
            <a:pPr marL="362822" indent="-362822" algn="just">
              <a:buFont typeface="Wingdings" panose="05000000000000000000" pitchFamily="2" charset="2"/>
              <a:buChar char="q"/>
            </a:pPr>
            <a:r>
              <a:rPr lang="en-US" sz="2200" dirty="0">
                <a:latin typeface="Calibri" pitchFamily="34" charset="0"/>
                <a:cs typeface="Calibri" pitchFamily="34" charset="0"/>
              </a:rPr>
              <a:t>Facebook uses </a:t>
            </a:r>
            <a:r>
              <a:rPr lang="en-US" sz="2200" dirty="0">
                <a:solidFill>
                  <a:srgbClr val="C00000"/>
                </a:solidFill>
                <a:latin typeface="Calibri" pitchFamily="34" charset="0"/>
                <a:cs typeface="Calibri" pitchFamily="34" charset="0"/>
              </a:rPr>
              <a:t>advanced machine learning </a:t>
            </a:r>
            <a:r>
              <a:rPr lang="en-US" sz="2200" dirty="0">
                <a:latin typeface="Calibri" pitchFamily="34" charset="0"/>
                <a:cs typeface="Calibri" pitchFamily="34" charset="0"/>
              </a:rPr>
              <a:t>to do everything  from serving content to you and to recognize your face in photos to target users with advertising. </a:t>
            </a:r>
          </a:p>
          <a:p>
            <a:pPr marL="362822" indent="-362822" algn="just">
              <a:buFont typeface="Wingdings" panose="05000000000000000000" pitchFamily="2" charset="2"/>
              <a:buChar char="q"/>
            </a:pPr>
            <a:endParaRPr lang="en-US" sz="2200" dirty="0">
              <a:latin typeface="Calibri" pitchFamily="34" charset="0"/>
              <a:cs typeface="Calibri" pitchFamily="34" charset="0"/>
            </a:endParaRPr>
          </a:p>
          <a:p>
            <a:pPr marL="362822" indent="-362822" algn="just">
              <a:buFont typeface="Wingdings" panose="05000000000000000000" pitchFamily="2" charset="2"/>
              <a:buChar char="q"/>
            </a:pPr>
            <a:r>
              <a:rPr lang="en-US" sz="2200" dirty="0">
                <a:latin typeface="Calibri" pitchFamily="34" charset="0"/>
                <a:cs typeface="Calibri" pitchFamily="34" charset="0"/>
              </a:rPr>
              <a:t>Instagram uses AI to </a:t>
            </a:r>
            <a:r>
              <a:rPr lang="en-US" sz="2200" dirty="0">
                <a:solidFill>
                  <a:srgbClr val="C00000"/>
                </a:solidFill>
                <a:latin typeface="Calibri" pitchFamily="34" charset="0"/>
                <a:cs typeface="Calibri" pitchFamily="34" charset="0"/>
              </a:rPr>
              <a:t>identify visuals</a:t>
            </a:r>
            <a:r>
              <a:rPr lang="en-US" sz="2200" dirty="0">
                <a:latin typeface="Calibri" pitchFamily="34" charset="0"/>
                <a:cs typeface="Calibri" pitchFamily="34" charset="0"/>
              </a:rPr>
              <a:t>.</a:t>
            </a:r>
          </a:p>
          <a:p>
            <a:pPr marL="362822" indent="-362822" algn="just">
              <a:buFont typeface="Wingdings" panose="05000000000000000000" pitchFamily="2" charset="2"/>
              <a:buChar char="q"/>
            </a:pPr>
            <a:endParaRPr lang="en-US" sz="2200" dirty="0">
              <a:latin typeface="Calibri" pitchFamily="34" charset="0"/>
              <a:cs typeface="Calibri" pitchFamily="34" charset="0"/>
            </a:endParaRPr>
          </a:p>
          <a:p>
            <a:pPr marL="362822" indent="-362822" algn="just">
              <a:buFont typeface="Wingdings" panose="05000000000000000000" pitchFamily="2" charset="2"/>
              <a:buChar char="q"/>
            </a:pPr>
            <a:r>
              <a:rPr lang="en-US" sz="2200" dirty="0">
                <a:latin typeface="Calibri" pitchFamily="34" charset="0"/>
                <a:cs typeface="Calibri" pitchFamily="34" charset="0"/>
              </a:rPr>
              <a:t>LinkedIn uses AI to </a:t>
            </a:r>
            <a:r>
              <a:rPr lang="en-US" sz="2200" dirty="0">
                <a:solidFill>
                  <a:srgbClr val="C00000"/>
                </a:solidFill>
                <a:latin typeface="Calibri" pitchFamily="34" charset="0"/>
                <a:cs typeface="Calibri" pitchFamily="34" charset="0"/>
              </a:rPr>
              <a:t>offer job recommendations</a:t>
            </a:r>
            <a:r>
              <a:rPr lang="en-US" sz="2200" dirty="0">
                <a:latin typeface="Calibri" pitchFamily="34" charset="0"/>
                <a:cs typeface="Calibri" pitchFamily="34" charset="0"/>
              </a:rPr>
              <a:t>, suggest   people you might </a:t>
            </a:r>
            <a:r>
              <a:rPr lang="en-US" sz="2200" dirty="0">
                <a:solidFill>
                  <a:srgbClr val="C00000"/>
                </a:solidFill>
                <a:latin typeface="Calibri" pitchFamily="34" charset="0"/>
                <a:cs typeface="Calibri" pitchFamily="34" charset="0"/>
              </a:rPr>
              <a:t>like to connect with</a:t>
            </a:r>
            <a:r>
              <a:rPr lang="en-US" sz="2200" dirty="0">
                <a:latin typeface="Calibri" pitchFamily="34" charset="0"/>
                <a:cs typeface="Calibri" pitchFamily="34" charset="0"/>
              </a:rPr>
              <a:t>, and serving you   specific posts in your feed.</a:t>
            </a:r>
          </a:p>
        </p:txBody>
      </p:sp>
      <p:sp>
        <p:nvSpPr>
          <p:cNvPr id="3" name="Google Shape;262;p28">
            <a:extLst>
              <a:ext uri="{FF2B5EF4-FFF2-40B4-BE49-F238E27FC236}">
                <a16:creationId xmlns:a16="http://schemas.microsoft.com/office/drawing/2014/main" id="{6F0AB06E-DCFB-9D09-5D4D-856890F9A6BC}"/>
              </a:ext>
            </a:extLst>
          </p:cNvPr>
          <p:cNvSpPr/>
          <p:nvPr/>
        </p:nvSpPr>
        <p:spPr>
          <a:xfrm>
            <a:off x="771115" y="123041"/>
            <a:ext cx="3832437" cy="527967"/>
          </a:xfrm>
          <a:custGeom>
            <a:avLst/>
            <a:gdLst/>
            <a:ahLst/>
            <a:cxnLst/>
            <a:rect l="l" t="t" r="r" b="b"/>
            <a:pathLst>
              <a:path w="13557" h="3922" extrusionOk="0">
                <a:moveTo>
                  <a:pt x="1" y="0"/>
                </a:moveTo>
                <a:lnTo>
                  <a:pt x="1" y="3921"/>
                </a:lnTo>
                <a:lnTo>
                  <a:pt x="13556" y="3921"/>
                </a:lnTo>
                <a:lnTo>
                  <a:pt x="13556" y="1954"/>
                </a:lnTo>
                <a:lnTo>
                  <a:pt x="13556" y="0"/>
                </a:lnTo>
                <a:close/>
              </a:path>
            </a:pathLst>
          </a:custGeom>
          <a:solidFill>
            <a:srgbClr val="00B0F0"/>
          </a:solidFill>
          <a:ln>
            <a:noFill/>
          </a:ln>
        </p:spPr>
        <p:txBody>
          <a:bodyPr spcFirstLastPara="1" wrap="square" lIns="91411" tIns="91411" rIns="91411" bIns="91411" anchor="ctr" anchorCtr="0">
            <a:noAutofit/>
          </a:bodyPr>
          <a:lstStyle/>
          <a:p>
            <a:pPr algn="ctr"/>
            <a:r>
              <a:rPr lang="en-US" sz="3600" b="1" dirty="0">
                <a:latin typeface="Agency FB" panose="020B0503020202020204" pitchFamily="34" charset="0"/>
                <a:cs typeface="Times New Roman" pitchFamily="18" charset="0"/>
              </a:rPr>
              <a:t>Applications of AI &amp; ML</a:t>
            </a:r>
          </a:p>
        </p:txBody>
      </p:sp>
      <p:sp>
        <p:nvSpPr>
          <p:cNvPr id="5" name="Google Shape;263;p28">
            <a:extLst>
              <a:ext uri="{FF2B5EF4-FFF2-40B4-BE49-F238E27FC236}">
                <a16:creationId xmlns:a16="http://schemas.microsoft.com/office/drawing/2014/main" id="{078022E0-8D65-ADAB-4E92-998612181E2F}"/>
              </a:ext>
            </a:extLst>
          </p:cNvPr>
          <p:cNvSpPr/>
          <p:nvPr/>
        </p:nvSpPr>
        <p:spPr>
          <a:xfrm>
            <a:off x="1" y="525"/>
            <a:ext cx="771114" cy="772999"/>
          </a:xfrm>
          <a:custGeom>
            <a:avLst/>
            <a:gdLst/>
            <a:ahLst/>
            <a:cxnLst/>
            <a:rect l="l" t="t" r="r" b="b"/>
            <a:pathLst>
              <a:path w="5728" h="5742" extrusionOk="0">
                <a:moveTo>
                  <a:pt x="1" y="1"/>
                </a:moveTo>
                <a:lnTo>
                  <a:pt x="1" y="5741"/>
                </a:lnTo>
                <a:lnTo>
                  <a:pt x="5728" y="5741"/>
                </a:lnTo>
                <a:lnTo>
                  <a:pt x="5728" y="1"/>
                </a:lnTo>
                <a:close/>
              </a:path>
            </a:pathLst>
          </a:custGeom>
          <a:solidFill>
            <a:srgbClr val="FFC000"/>
          </a:solidFill>
          <a:ln>
            <a:noFill/>
          </a:ln>
        </p:spPr>
        <p:txBody>
          <a:bodyPr spcFirstLastPara="1" wrap="square" lIns="91411" tIns="91411" rIns="91411" bIns="91411" anchor="ctr" anchorCtr="0">
            <a:noAutofit/>
          </a:bodyPr>
          <a:lstStyle/>
          <a:p>
            <a:endParaRPr sz="2299"/>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5705" y="896041"/>
            <a:ext cx="2390398" cy="646331"/>
          </a:xfrm>
          <a:prstGeom prst="rect">
            <a:avLst/>
          </a:prstGeom>
        </p:spPr>
        <p:txBody>
          <a:bodyPr wrap="none">
            <a:spAutoFit/>
          </a:bodyPr>
          <a:lstStyle/>
          <a:p>
            <a:r>
              <a:rPr lang="en-US" sz="3600" b="1" dirty="0">
                <a:latin typeface="Agency FB" panose="020B0503020202020204" pitchFamily="34" charset="0"/>
                <a:cs typeface="Times New Roman" pitchFamily="18" charset="0"/>
              </a:rPr>
              <a:t>3.  Healthcare</a:t>
            </a:r>
          </a:p>
        </p:txBody>
      </p:sp>
      <p:pic>
        <p:nvPicPr>
          <p:cNvPr id="8" name="Picture 2" descr="C:\Users\SHRUTI B H\Desktop\0_VyrSXu2PnK2p-ey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589" y="1741672"/>
            <a:ext cx="3684939" cy="33746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4419858" y="1309583"/>
            <a:ext cx="7453580" cy="1785104"/>
          </a:xfrm>
          <a:prstGeom prst="rect">
            <a:avLst/>
          </a:prstGeom>
        </p:spPr>
        <p:txBody>
          <a:bodyPr wrap="square">
            <a:spAutoFit/>
          </a:bodyPr>
          <a:lstStyle/>
          <a:p>
            <a:pPr marL="362822" indent="-362822" algn="just">
              <a:buFont typeface="Wingdings" panose="05000000000000000000" pitchFamily="2" charset="2"/>
              <a:buChar char="q"/>
            </a:pPr>
            <a:r>
              <a:rPr lang="en-US" sz="2200" dirty="0">
                <a:solidFill>
                  <a:srgbClr val="C00000"/>
                </a:solidFill>
                <a:latin typeface="Calibri" pitchFamily="34" charset="0"/>
                <a:cs typeface="Calibri" pitchFamily="34" charset="0"/>
              </a:rPr>
              <a:t>AI algorithms </a:t>
            </a:r>
            <a:r>
              <a:rPr lang="en-US" sz="2200" dirty="0">
                <a:latin typeface="Calibri" pitchFamily="34" charset="0"/>
                <a:cs typeface="Calibri" pitchFamily="34" charset="0"/>
              </a:rPr>
              <a:t>can analyze medical images (e.g., X-rays, MRIs) to detect diseases and abnormalities.</a:t>
            </a:r>
          </a:p>
          <a:p>
            <a:pPr marL="362822" indent="-362822" algn="just">
              <a:buFont typeface="Wingdings" panose="05000000000000000000" pitchFamily="2" charset="2"/>
              <a:buChar char="q"/>
            </a:pPr>
            <a:endParaRPr lang="en-US" sz="2200" dirty="0">
              <a:latin typeface="Calibri" pitchFamily="34" charset="0"/>
              <a:cs typeface="Calibri" pitchFamily="34" charset="0"/>
            </a:endParaRPr>
          </a:p>
          <a:p>
            <a:pPr marL="362822" indent="-362822" algn="just">
              <a:buFont typeface="Wingdings" panose="05000000000000000000" pitchFamily="2" charset="2"/>
              <a:buChar char="q"/>
            </a:pPr>
            <a:r>
              <a:rPr lang="en-US" sz="2200" dirty="0">
                <a:latin typeface="Calibri" pitchFamily="34" charset="0"/>
                <a:cs typeface="Calibri" pitchFamily="34" charset="0"/>
              </a:rPr>
              <a:t> In addition, </a:t>
            </a:r>
            <a:r>
              <a:rPr lang="en-US" sz="2200" dirty="0">
                <a:solidFill>
                  <a:srgbClr val="C00000"/>
                </a:solidFill>
                <a:latin typeface="Calibri" pitchFamily="34" charset="0"/>
                <a:cs typeface="Calibri" pitchFamily="34" charset="0"/>
              </a:rPr>
              <a:t>AI/ML </a:t>
            </a:r>
            <a:r>
              <a:rPr lang="en-US" sz="2200" dirty="0">
                <a:latin typeface="Calibri" pitchFamily="34" charset="0"/>
                <a:cs typeface="Calibri" pitchFamily="34" charset="0"/>
              </a:rPr>
              <a:t>models can predict patient risk factors and help in early intervention.</a:t>
            </a:r>
          </a:p>
        </p:txBody>
      </p:sp>
      <p:sp>
        <p:nvSpPr>
          <p:cNvPr id="3" name="Google Shape;262;p28">
            <a:extLst>
              <a:ext uri="{FF2B5EF4-FFF2-40B4-BE49-F238E27FC236}">
                <a16:creationId xmlns:a16="http://schemas.microsoft.com/office/drawing/2014/main" id="{2CA0C720-51D4-0404-937C-49763BA8E7C8}"/>
              </a:ext>
            </a:extLst>
          </p:cNvPr>
          <p:cNvSpPr/>
          <p:nvPr/>
        </p:nvSpPr>
        <p:spPr>
          <a:xfrm>
            <a:off x="771115" y="123041"/>
            <a:ext cx="3832437" cy="527967"/>
          </a:xfrm>
          <a:custGeom>
            <a:avLst/>
            <a:gdLst/>
            <a:ahLst/>
            <a:cxnLst/>
            <a:rect l="l" t="t" r="r" b="b"/>
            <a:pathLst>
              <a:path w="13557" h="3922" extrusionOk="0">
                <a:moveTo>
                  <a:pt x="1" y="0"/>
                </a:moveTo>
                <a:lnTo>
                  <a:pt x="1" y="3921"/>
                </a:lnTo>
                <a:lnTo>
                  <a:pt x="13556" y="3921"/>
                </a:lnTo>
                <a:lnTo>
                  <a:pt x="13556" y="1954"/>
                </a:lnTo>
                <a:lnTo>
                  <a:pt x="13556" y="0"/>
                </a:lnTo>
                <a:close/>
              </a:path>
            </a:pathLst>
          </a:custGeom>
          <a:solidFill>
            <a:srgbClr val="00B0F0"/>
          </a:solidFill>
          <a:ln>
            <a:noFill/>
          </a:ln>
        </p:spPr>
        <p:txBody>
          <a:bodyPr spcFirstLastPara="1" wrap="square" lIns="91411" tIns="91411" rIns="91411" bIns="91411" anchor="ctr" anchorCtr="0">
            <a:noAutofit/>
          </a:bodyPr>
          <a:lstStyle/>
          <a:p>
            <a:pPr algn="ctr"/>
            <a:r>
              <a:rPr lang="en-US" sz="3600" b="1" dirty="0">
                <a:latin typeface="Agency FB" panose="020B0503020202020204" pitchFamily="34" charset="0"/>
                <a:cs typeface="Times New Roman" pitchFamily="18" charset="0"/>
              </a:rPr>
              <a:t>Applications of AI &amp; ML</a:t>
            </a:r>
          </a:p>
        </p:txBody>
      </p:sp>
      <p:sp>
        <p:nvSpPr>
          <p:cNvPr id="5" name="Google Shape;263;p28">
            <a:extLst>
              <a:ext uri="{FF2B5EF4-FFF2-40B4-BE49-F238E27FC236}">
                <a16:creationId xmlns:a16="http://schemas.microsoft.com/office/drawing/2014/main" id="{7DD32935-8208-C3FE-B9B4-32DDD929591C}"/>
              </a:ext>
            </a:extLst>
          </p:cNvPr>
          <p:cNvSpPr/>
          <p:nvPr/>
        </p:nvSpPr>
        <p:spPr>
          <a:xfrm>
            <a:off x="1" y="525"/>
            <a:ext cx="771114" cy="772999"/>
          </a:xfrm>
          <a:custGeom>
            <a:avLst/>
            <a:gdLst/>
            <a:ahLst/>
            <a:cxnLst/>
            <a:rect l="l" t="t" r="r" b="b"/>
            <a:pathLst>
              <a:path w="5728" h="5742" extrusionOk="0">
                <a:moveTo>
                  <a:pt x="1" y="1"/>
                </a:moveTo>
                <a:lnTo>
                  <a:pt x="1" y="5741"/>
                </a:lnTo>
                <a:lnTo>
                  <a:pt x="5728" y="5741"/>
                </a:lnTo>
                <a:lnTo>
                  <a:pt x="5728" y="1"/>
                </a:lnTo>
                <a:close/>
              </a:path>
            </a:pathLst>
          </a:custGeom>
          <a:solidFill>
            <a:srgbClr val="FFC000"/>
          </a:solidFill>
          <a:ln>
            <a:noFill/>
          </a:ln>
        </p:spPr>
        <p:txBody>
          <a:bodyPr spcFirstLastPara="1" wrap="square" lIns="91411" tIns="91411" rIns="91411" bIns="91411" anchor="ctr" anchorCtr="0">
            <a:noAutofit/>
          </a:bodyPr>
          <a:lstStyle/>
          <a:p>
            <a:endParaRPr sz="2299"/>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5705" y="896041"/>
            <a:ext cx="1864613" cy="646331"/>
          </a:xfrm>
          <a:prstGeom prst="rect">
            <a:avLst/>
          </a:prstGeom>
        </p:spPr>
        <p:txBody>
          <a:bodyPr wrap="none">
            <a:spAutoFit/>
          </a:bodyPr>
          <a:lstStyle/>
          <a:p>
            <a:r>
              <a:rPr lang="en-US" sz="3600" b="1" dirty="0">
                <a:latin typeface="Agency FB" panose="020B0503020202020204" pitchFamily="34" charset="0"/>
                <a:cs typeface="Times New Roman" pitchFamily="18" charset="0"/>
              </a:rPr>
              <a:t>4.  Finance</a:t>
            </a:r>
          </a:p>
        </p:txBody>
      </p:sp>
      <p:pic>
        <p:nvPicPr>
          <p:cNvPr id="8" name="Picture 2" descr="C:\Users\SHRUTI B H\Desktop\0_VyrSXu2PnK2p-ey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589" y="1741672"/>
            <a:ext cx="3684939" cy="33746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9" name="Rectangle 8"/>
          <p:cNvSpPr/>
          <p:nvPr/>
        </p:nvSpPr>
        <p:spPr>
          <a:xfrm>
            <a:off x="4419858" y="1309583"/>
            <a:ext cx="7453580" cy="2800767"/>
          </a:xfrm>
          <a:prstGeom prst="rect">
            <a:avLst/>
          </a:prstGeom>
        </p:spPr>
        <p:txBody>
          <a:bodyPr wrap="square">
            <a:spAutoFit/>
          </a:bodyPr>
          <a:lstStyle/>
          <a:p>
            <a:pPr marL="362822" indent="-362822" algn="just">
              <a:buFont typeface="Wingdings" panose="05000000000000000000" pitchFamily="2" charset="2"/>
              <a:buChar char="q"/>
            </a:pPr>
            <a:r>
              <a:rPr lang="en-US" sz="2200" dirty="0">
                <a:solidFill>
                  <a:srgbClr val="C00000"/>
                </a:solidFill>
                <a:latin typeface="Calibri" pitchFamily="34" charset="0"/>
                <a:cs typeface="Calibri" pitchFamily="34" charset="0"/>
              </a:rPr>
              <a:t>Algorithmic Trading: </a:t>
            </a:r>
            <a:r>
              <a:rPr lang="en-US" sz="2200" dirty="0">
                <a:latin typeface="Calibri" pitchFamily="34" charset="0"/>
                <a:cs typeface="Calibri" pitchFamily="34" charset="0"/>
              </a:rPr>
              <a:t>ML algorithms analyze financial data to make trading decisions in real-time.</a:t>
            </a:r>
          </a:p>
          <a:p>
            <a:pPr marL="362822" indent="-362822" algn="just">
              <a:buFont typeface="Wingdings" panose="05000000000000000000" pitchFamily="2" charset="2"/>
              <a:buChar char="q"/>
            </a:pPr>
            <a:endParaRPr lang="en-US" sz="2200" dirty="0">
              <a:solidFill>
                <a:srgbClr val="C00000"/>
              </a:solidFill>
              <a:latin typeface="Calibri" pitchFamily="34" charset="0"/>
              <a:cs typeface="Calibri" pitchFamily="34" charset="0"/>
            </a:endParaRPr>
          </a:p>
          <a:p>
            <a:pPr marL="362822" indent="-362822" algn="just">
              <a:buFont typeface="Wingdings" panose="05000000000000000000" pitchFamily="2" charset="2"/>
              <a:buChar char="q"/>
            </a:pPr>
            <a:r>
              <a:rPr lang="en-US" sz="2200" dirty="0">
                <a:solidFill>
                  <a:srgbClr val="C00000"/>
                </a:solidFill>
                <a:latin typeface="Calibri" pitchFamily="34" charset="0"/>
                <a:cs typeface="Calibri" pitchFamily="34" charset="0"/>
              </a:rPr>
              <a:t>Credit Scoring: </a:t>
            </a:r>
            <a:r>
              <a:rPr lang="en-US" sz="2200" dirty="0">
                <a:latin typeface="Calibri" pitchFamily="34" charset="0"/>
                <a:cs typeface="Calibri" pitchFamily="34" charset="0"/>
              </a:rPr>
              <a:t>ML models assess credit risk by analyzing financial and personal data.</a:t>
            </a:r>
          </a:p>
          <a:p>
            <a:pPr marL="362822" indent="-362822" algn="just">
              <a:buFont typeface="Wingdings" panose="05000000000000000000" pitchFamily="2" charset="2"/>
              <a:buChar char="q"/>
            </a:pPr>
            <a:endParaRPr lang="en-US" sz="2200" dirty="0">
              <a:solidFill>
                <a:srgbClr val="C00000"/>
              </a:solidFill>
              <a:latin typeface="Calibri" pitchFamily="34" charset="0"/>
              <a:cs typeface="Calibri" pitchFamily="34" charset="0"/>
            </a:endParaRPr>
          </a:p>
          <a:p>
            <a:pPr marL="362822" indent="-362822" algn="just">
              <a:buFont typeface="Wingdings" panose="05000000000000000000" pitchFamily="2" charset="2"/>
              <a:buChar char="q"/>
            </a:pPr>
            <a:r>
              <a:rPr lang="en-US" sz="2200" dirty="0">
                <a:solidFill>
                  <a:srgbClr val="C00000"/>
                </a:solidFill>
                <a:latin typeface="Calibri" pitchFamily="34" charset="0"/>
                <a:cs typeface="Calibri" pitchFamily="34" charset="0"/>
              </a:rPr>
              <a:t>Fraud Detection: </a:t>
            </a:r>
            <a:r>
              <a:rPr lang="en-US" sz="2200" dirty="0">
                <a:latin typeface="Calibri" pitchFamily="34" charset="0"/>
                <a:cs typeface="Calibri" pitchFamily="34" charset="0"/>
              </a:rPr>
              <a:t>AI systems detect fraudulent transactions by analyzing patterns and anomalies.</a:t>
            </a:r>
          </a:p>
        </p:txBody>
      </p:sp>
      <p:sp>
        <p:nvSpPr>
          <p:cNvPr id="3" name="Google Shape;262;p28">
            <a:extLst>
              <a:ext uri="{FF2B5EF4-FFF2-40B4-BE49-F238E27FC236}">
                <a16:creationId xmlns:a16="http://schemas.microsoft.com/office/drawing/2014/main" id="{2CA0C720-51D4-0404-937C-49763BA8E7C8}"/>
              </a:ext>
            </a:extLst>
          </p:cNvPr>
          <p:cNvSpPr/>
          <p:nvPr/>
        </p:nvSpPr>
        <p:spPr>
          <a:xfrm>
            <a:off x="771115" y="123041"/>
            <a:ext cx="3832437" cy="527967"/>
          </a:xfrm>
          <a:custGeom>
            <a:avLst/>
            <a:gdLst/>
            <a:ahLst/>
            <a:cxnLst/>
            <a:rect l="l" t="t" r="r" b="b"/>
            <a:pathLst>
              <a:path w="13557" h="3922" extrusionOk="0">
                <a:moveTo>
                  <a:pt x="1" y="0"/>
                </a:moveTo>
                <a:lnTo>
                  <a:pt x="1" y="3921"/>
                </a:lnTo>
                <a:lnTo>
                  <a:pt x="13556" y="3921"/>
                </a:lnTo>
                <a:lnTo>
                  <a:pt x="13556" y="1954"/>
                </a:lnTo>
                <a:lnTo>
                  <a:pt x="13556" y="0"/>
                </a:lnTo>
                <a:close/>
              </a:path>
            </a:pathLst>
          </a:custGeom>
          <a:solidFill>
            <a:srgbClr val="00B0F0"/>
          </a:solidFill>
          <a:ln>
            <a:noFill/>
          </a:ln>
        </p:spPr>
        <p:txBody>
          <a:bodyPr spcFirstLastPara="1" wrap="square" lIns="91411" tIns="91411" rIns="91411" bIns="91411" anchor="ctr" anchorCtr="0">
            <a:noAutofit/>
          </a:bodyPr>
          <a:lstStyle/>
          <a:p>
            <a:pPr algn="ctr"/>
            <a:r>
              <a:rPr lang="en-US" sz="3600" b="1" dirty="0">
                <a:latin typeface="Agency FB" panose="020B0503020202020204" pitchFamily="34" charset="0"/>
                <a:cs typeface="Times New Roman" pitchFamily="18" charset="0"/>
              </a:rPr>
              <a:t>Applications of AI &amp; ML</a:t>
            </a:r>
          </a:p>
        </p:txBody>
      </p:sp>
      <p:sp>
        <p:nvSpPr>
          <p:cNvPr id="5" name="Google Shape;263;p28">
            <a:extLst>
              <a:ext uri="{FF2B5EF4-FFF2-40B4-BE49-F238E27FC236}">
                <a16:creationId xmlns:a16="http://schemas.microsoft.com/office/drawing/2014/main" id="{7DD32935-8208-C3FE-B9B4-32DDD929591C}"/>
              </a:ext>
            </a:extLst>
          </p:cNvPr>
          <p:cNvSpPr/>
          <p:nvPr/>
        </p:nvSpPr>
        <p:spPr>
          <a:xfrm>
            <a:off x="1" y="525"/>
            <a:ext cx="771114" cy="772999"/>
          </a:xfrm>
          <a:custGeom>
            <a:avLst/>
            <a:gdLst/>
            <a:ahLst/>
            <a:cxnLst/>
            <a:rect l="l" t="t" r="r" b="b"/>
            <a:pathLst>
              <a:path w="5728" h="5742" extrusionOk="0">
                <a:moveTo>
                  <a:pt x="1" y="1"/>
                </a:moveTo>
                <a:lnTo>
                  <a:pt x="1" y="5741"/>
                </a:lnTo>
                <a:lnTo>
                  <a:pt x="5728" y="5741"/>
                </a:lnTo>
                <a:lnTo>
                  <a:pt x="5728" y="1"/>
                </a:lnTo>
                <a:close/>
              </a:path>
            </a:pathLst>
          </a:custGeom>
          <a:solidFill>
            <a:srgbClr val="FFC000"/>
          </a:solidFill>
          <a:ln>
            <a:noFill/>
          </a:ln>
        </p:spPr>
        <p:txBody>
          <a:bodyPr spcFirstLastPara="1" wrap="square" lIns="91411" tIns="91411" rIns="91411" bIns="91411" anchor="ctr" anchorCtr="0">
            <a:noAutofit/>
          </a:bodyPr>
          <a:lstStyle/>
          <a:p>
            <a:endParaRPr sz="2299"/>
          </a:p>
        </p:txBody>
      </p:sp>
    </p:spTree>
    <p:extLst>
      <p:ext uri="{BB962C8B-B14F-4D97-AF65-F5344CB8AC3E}">
        <p14:creationId xmlns:p14="http://schemas.microsoft.com/office/powerpoint/2010/main" val="1783157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1914006-0BFF-48D4-AEB1-D760A6E76F1E}"/>
              </a:ext>
            </a:extLst>
          </p:cNvPr>
          <p:cNvSpPr txBox="1">
            <a:spLocks/>
          </p:cNvSpPr>
          <p:nvPr/>
        </p:nvSpPr>
        <p:spPr>
          <a:xfrm>
            <a:off x="321971" y="231820"/>
            <a:ext cx="11481145" cy="6954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sz="4800" b="1" i="0" u="none" strike="noStrike" kern="1200" cap="none" spc="0" normalizeH="0" baseline="0" noProof="0" dirty="0">
                <a:ln>
                  <a:noFill/>
                </a:ln>
                <a:solidFill>
                  <a:srgbClr val="00274C"/>
                </a:solidFill>
                <a:effectLst/>
                <a:uLnTx/>
                <a:uFillTx/>
                <a:latin typeface="Calibri Light" panose="020F0302020204030204"/>
                <a:ea typeface="+mj-ea"/>
                <a:cs typeface="+mj-cs"/>
              </a:rPr>
              <a:t>Types of Machine Learning </a:t>
            </a:r>
            <a:r>
              <a:rPr lang="en-US" sz="4800" b="1" dirty="0">
                <a:solidFill>
                  <a:srgbClr val="00274C"/>
                </a:solidFill>
                <a:latin typeface="Calibri Light" panose="020F0302020204030204"/>
              </a:rPr>
              <a:t>A</a:t>
            </a:r>
            <a:r>
              <a:rPr kumimoji="0" lang="en-US" sz="4800" b="1" i="0" u="none" strike="noStrike" kern="1200" cap="none" spc="0" normalizeH="0" baseline="0" noProof="0" dirty="0" err="1">
                <a:ln>
                  <a:noFill/>
                </a:ln>
                <a:solidFill>
                  <a:srgbClr val="00274C"/>
                </a:solidFill>
                <a:effectLst/>
                <a:uLnTx/>
                <a:uFillTx/>
                <a:latin typeface="Calibri Light" panose="020F0302020204030204"/>
                <a:ea typeface="+mj-ea"/>
                <a:cs typeface="+mj-cs"/>
              </a:rPr>
              <a:t>lgorithms</a:t>
            </a:r>
            <a:endParaRPr lang="en-US" b="1" dirty="0"/>
          </a:p>
        </p:txBody>
      </p:sp>
      <p:sp>
        <p:nvSpPr>
          <p:cNvPr id="21" name="Slide Number Placeholder 20">
            <a:extLst>
              <a:ext uri="{FF2B5EF4-FFF2-40B4-BE49-F238E27FC236}">
                <a16:creationId xmlns:a16="http://schemas.microsoft.com/office/drawing/2014/main" id="{907ED60E-076C-4943-A687-FE236F69462A}"/>
              </a:ext>
            </a:extLst>
          </p:cNvPr>
          <p:cNvSpPr>
            <a:spLocks noGrp="1"/>
          </p:cNvSpPr>
          <p:nvPr>
            <p:ph type="sldNum" sz="quarter" idx="12"/>
          </p:nvPr>
        </p:nvSpPr>
        <p:spPr/>
        <p:txBody>
          <a:bodyPr/>
          <a:lstStyle/>
          <a:p>
            <a:fld id="{B72E91CA-9B22-2844-8E94-2A762C5288E7}" type="slidenum">
              <a:rPr lang="en-US" smtClean="0"/>
              <a:pPr/>
              <a:t>8</a:t>
            </a:fld>
            <a:endParaRPr lang="en-US" dirty="0"/>
          </a:p>
        </p:txBody>
      </p:sp>
      <p:pic>
        <p:nvPicPr>
          <p:cNvPr id="1026" name="Picture 2" descr="Concept of Machine Learning — Python Numerical Methods">
            <a:extLst>
              <a:ext uri="{FF2B5EF4-FFF2-40B4-BE49-F238E27FC236}">
                <a16:creationId xmlns:a16="http://schemas.microsoft.com/office/drawing/2014/main" id="{2E070508-51B9-0FF3-A848-05F710855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493" y="1078535"/>
            <a:ext cx="8516952" cy="4700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50459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16010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800" b="1" dirty="0">
                <a:solidFill>
                  <a:srgbClr val="00274C"/>
                </a:solidFill>
                <a:latin typeface="Calibri Light" panose="020F0302020204030204"/>
              </a:rPr>
              <a:t>Why Predictive Analytics?</a:t>
            </a:r>
            <a:endParaRPr sz="4800" b="1" dirty="0">
              <a:solidFill>
                <a:srgbClr val="00274C"/>
              </a:solidFill>
              <a:latin typeface="Calibri Light" panose="020F0302020204030204"/>
            </a:endParaRPr>
          </a:p>
        </p:txBody>
      </p:sp>
      <p:sp>
        <p:nvSpPr>
          <p:cNvPr id="111" name="Google Shape;111;p3"/>
          <p:cNvSpPr txBox="1">
            <a:spLocks noGrp="1"/>
          </p:cNvSpPr>
          <p:nvPr>
            <p:ph type="body" idx="1"/>
          </p:nvPr>
        </p:nvSpPr>
        <p:spPr>
          <a:xfrm>
            <a:off x="396411" y="1178353"/>
            <a:ext cx="11429144" cy="4351338"/>
          </a:xfrm>
          <a:prstGeom prst="rect">
            <a:avLst/>
          </a:prstGeom>
          <a:noFill/>
          <a:ln>
            <a:noFill/>
          </a:ln>
        </p:spPr>
        <p:txBody>
          <a:bodyPr spcFirstLastPara="1" wrap="square" lIns="91425" tIns="45700" rIns="91425" bIns="45700" anchor="t" anchorCtr="0">
            <a:normAutofit/>
          </a:bodyPr>
          <a:lstStyle/>
          <a:p>
            <a:pPr lvl="0" indent="-457200" algn="just" rtl="0">
              <a:lnSpc>
                <a:spcPct val="150000"/>
              </a:lnSpc>
              <a:spcBef>
                <a:spcPts val="0"/>
              </a:spcBef>
              <a:spcAft>
                <a:spcPts val="0"/>
              </a:spcAft>
              <a:buClr>
                <a:schemeClr val="dk1"/>
              </a:buClr>
              <a:buSzPts val="2800"/>
              <a:buFont typeface="Wingdings" panose="05000000000000000000" pitchFamily="2" charset="2"/>
              <a:buChar char="q"/>
            </a:pPr>
            <a:r>
              <a:rPr lang="en-US" sz="2400" dirty="0"/>
              <a:t>Predictive analytics (PA) is also known as a “supervised learning” in statistics</a:t>
            </a:r>
            <a:endParaRPr sz="2400" dirty="0"/>
          </a:p>
          <a:p>
            <a:pPr lvl="0" indent="-457200" algn="just" rtl="0">
              <a:lnSpc>
                <a:spcPct val="150000"/>
              </a:lnSpc>
              <a:spcBef>
                <a:spcPts val="1000"/>
              </a:spcBef>
              <a:spcAft>
                <a:spcPts val="0"/>
              </a:spcAft>
              <a:buClr>
                <a:schemeClr val="dk1"/>
              </a:buClr>
              <a:buSzPts val="2800"/>
              <a:buFont typeface="Wingdings" panose="05000000000000000000" pitchFamily="2" charset="2"/>
              <a:buChar char="q"/>
            </a:pPr>
            <a:r>
              <a:rPr lang="en-US" sz="2400" dirty="0"/>
              <a:t>Part of a large field of approaches in data mining – learning from “big” data</a:t>
            </a:r>
            <a:endParaRPr sz="2400" dirty="0"/>
          </a:p>
          <a:p>
            <a:pPr lvl="0" indent="-457200" algn="just" rtl="0">
              <a:lnSpc>
                <a:spcPct val="150000"/>
              </a:lnSpc>
              <a:spcBef>
                <a:spcPts val="1000"/>
              </a:spcBef>
              <a:spcAft>
                <a:spcPts val="0"/>
              </a:spcAft>
              <a:buClr>
                <a:schemeClr val="dk1"/>
              </a:buClr>
              <a:buSzPts val="2800"/>
              <a:buFont typeface="Wingdings" panose="05000000000000000000" pitchFamily="2" charset="2"/>
              <a:buChar char="q"/>
            </a:pPr>
            <a:r>
              <a:rPr lang="en-US" sz="2400" dirty="0"/>
              <a:t>PA is used to predict the value of an outcome based on the number of inputs.</a:t>
            </a:r>
          </a:p>
          <a:p>
            <a:pPr lvl="0" indent="-457200" algn="just" rtl="0">
              <a:lnSpc>
                <a:spcPct val="150000"/>
              </a:lnSpc>
              <a:spcBef>
                <a:spcPts val="1000"/>
              </a:spcBef>
              <a:spcAft>
                <a:spcPts val="0"/>
              </a:spcAft>
              <a:buClr>
                <a:schemeClr val="dk1"/>
              </a:buClr>
              <a:buSzPts val="2800"/>
              <a:buFont typeface="Wingdings" panose="05000000000000000000" pitchFamily="2" charset="2"/>
              <a:buChar char="q"/>
            </a:pPr>
            <a:r>
              <a:rPr lang="en-US" sz="2400" dirty="0"/>
              <a:t>Assessing the classification/predictive accuracy of models is key.</a:t>
            </a:r>
            <a:endParaRPr sz="2400" dirty="0"/>
          </a:p>
          <a:p>
            <a:pPr lvl="0" indent="-457200" algn="just" rtl="0">
              <a:lnSpc>
                <a:spcPct val="150000"/>
              </a:lnSpc>
              <a:spcBef>
                <a:spcPts val="1000"/>
              </a:spcBef>
              <a:spcAft>
                <a:spcPts val="0"/>
              </a:spcAft>
              <a:buClr>
                <a:schemeClr val="dk1"/>
              </a:buClr>
              <a:buSzPts val="2800"/>
              <a:buFont typeface="Wingdings" panose="05000000000000000000" pitchFamily="2" charset="2"/>
              <a:buChar char="q"/>
            </a:pPr>
            <a:r>
              <a:rPr lang="en-US" sz="2400" dirty="0"/>
              <a:t>Generally, types of model validation are used to assess accuracy.</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xfrm>
            <a:off x="283396" y="-11776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800" b="1" dirty="0">
                <a:solidFill>
                  <a:srgbClr val="00274C"/>
                </a:solidFill>
                <a:latin typeface="Calibri Light" panose="020F0302020204030204"/>
              </a:rPr>
              <a:t>Examples of Predictive Analytics</a:t>
            </a:r>
            <a:endParaRPr sz="4800" b="1" dirty="0">
              <a:solidFill>
                <a:srgbClr val="00274C"/>
              </a:solidFill>
              <a:latin typeface="Calibri Light" panose="020F0302020204030204"/>
            </a:endParaRPr>
          </a:p>
        </p:txBody>
      </p:sp>
      <p:sp>
        <p:nvSpPr>
          <p:cNvPr id="117" name="Google Shape;117;p4"/>
          <p:cNvSpPr txBox="1">
            <a:spLocks noGrp="1"/>
          </p:cNvSpPr>
          <p:nvPr>
            <p:ph type="body" idx="1"/>
          </p:nvPr>
        </p:nvSpPr>
        <p:spPr>
          <a:xfrm>
            <a:off x="468330" y="972870"/>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50000"/>
              </a:lnSpc>
              <a:spcBef>
                <a:spcPts val="0"/>
              </a:spcBef>
              <a:spcAft>
                <a:spcPts val="0"/>
              </a:spcAft>
              <a:buClr>
                <a:schemeClr val="dk1"/>
              </a:buClr>
              <a:buSzPts val="2800"/>
              <a:buNone/>
            </a:pPr>
            <a:r>
              <a:rPr lang="en-US" dirty="0"/>
              <a:t>Some examples of PA problems:</a:t>
            </a:r>
            <a:endParaRPr dirty="0"/>
          </a:p>
          <a:p>
            <a:pPr marL="800100" lvl="1" algn="l" rtl="0">
              <a:lnSpc>
                <a:spcPct val="150000"/>
              </a:lnSpc>
              <a:spcBef>
                <a:spcPts val="500"/>
              </a:spcBef>
              <a:spcAft>
                <a:spcPts val="0"/>
              </a:spcAft>
              <a:buClr>
                <a:schemeClr val="dk1"/>
              </a:buClr>
              <a:buSzPts val="2400"/>
              <a:buFont typeface="Wingdings" panose="05000000000000000000" pitchFamily="2" charset="2"/>
              <a:buChar char="q"/>
            </a:pPr>
            <a:r>
              <a:rPr lang="en-US" dirty="0"/>
              <a:t>How can I predict whether a patient, hospitalized due to a heart attack, will have a second heart attack using data based on demographic, diet and clinical measurements for that patient?</a:t>
            </a:r>
            <a:endParaRPr dirty="0"/>
          </a:p>
          <a:p>
            <a:pPr marL="800100" lvl="1" algn="l" rtl="0">
              <a:lnSpc>
                <a:spcPct val="150000"/>
              </a:lnSpc>
              <a:spcBef>
                <a:spcPts val="500"/>
              </a:spcBef>
              <a:spcAft>
                <a:spcPts val="0"/>
              </a:spcAft>
              <a:buClr>
                <a:schemeClr val="dk1"/>
              </a:buClr>
              <a:buSzPts val="2400"/>
              <a:buFont typeface="Wingdings" panose="05000000000000000000" pitchFamily="2" charset="2"/>
              <a:buChar char="q"/>
            </a:pPr>
            <a:r>
              <a:rPr lang="en-US" dirty="0"/>
              <a:t>How can I predict the price of a single company’s stock in in a year from now, using data about company performance and general economic data?</a:t>
            </a:r>
            <a:endParaRPr dirty="0"/>
          </a:p>
          <a:p>
            <a:pPr marL="800100" lvl="1" algn="l" rtl="0">
              <a:lnSpc>
                <a:spcPct val="150000"/>
              </a:lnSpc>
              <a:spcBef>
                <a:spcPts val="500"/>
              </a:spcBef>
              <a:spcAft>
                <a:spcPts val="0"/>
              </a:spcAft>
              <a:buClr>
                <a:schemeClr val="dk1"/>
              </a:buClr>
              <a:buSzPts val="2400"/>
              <a:buFont typeface="Wingdings" panose="05000000000000000000" pitchFamily="2" charset="2"/>
              <a:buChar char="q"/>
            </a:pPr>
            <a:r>
              <a:rPr lang="en-US" dirty="0"/>
              <a:t>How can I predict who will be signaled into the child welfare system using data on their socio-demographics, past history of child welfare involvement, and other risk factors?</a:t>
            </a:r>
            <a:endParaRPr dirty="0"/>
          </a:p>
          <a:p>
            <a:pPr marL="800100" lvl="1" algn="l" rtl="0">
              <a:lnSpc>
                <a:spcPct val="150000"/>
              </a:lnSpc>
              <a:spcBef>
                <a:spcPts val="500"/>
              </a:spcBef>
              <a:spcAft>
                <a:spcPts val="0"/>
              </a:spcAft>
              <a:buClr>
                <a:schemeClr val="dk1"/>
              </a:buClr>
              <a:buSzPts val="2400"/>
              <a:buFont typeface="Wingdings" panose="05000000000000000000" pitchFamily="2" charset="2"/>
              <a:buChar char="q"/>
            </a:pPr>
            <a:r>
              <a:rPr lang="en-US" dirty="0"/>
              <a:t>Who will this voter choose, based on political preference and voting data for a population?</a:t>
            </a:r>
          </a:p>
          <a:p>
            <a:pPr marL="800100" lvl="1" algn="l" rtl="0">
              <a:lnSpc>
                <a:spcPct val="150000"/>
              </a:lnSpc>
              <a:spcBef>
                <a:spcPts val="500"/>
              </a:spcBef>
              <a:spcAft>
                <a:spcPts val="0"/>
              </a:spcAft>
              <a:buClr>
                <a:schemeClr val="dk1"/>
              </a:buClr>
              <a:buSzPts val="2400"/>
              <a:buFont typeface="Wingdings" panose="05000000000000000000" pitchFamily="2" charset="2"/>
              <a:buChar char="q"/>
            </a:pPr>
            <a:r>
              <a:rPr lang="en-US" dirty="0"/>
              <a:t>How can I predict if a bank customer will default </a:t>
            </a:r>
            <a:r>
              <a:rPr lang="en-US" dirty="0" err="1"/>
              <a:t>iin</a:t>
            </a:r>
            <a:r>
              <a:rPr lang="en-US" dirty="0"/>
              <a:t> their loan repayment or not.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252573" y="-138309"/>
            <a:ext cx="10515600" cy="1325563"/>
          </a:xfrm>
          <a:prstGeom prst="rect">
            <a:avLst/>
          </a:prstGeom>
          <a:noFill/>
          <a:ln>
            <a:noFill/>
          </a:ln>
        </p:spPr>
        <p:txBody>
          <a:bodyPr spcFirstLastPara="1" wrap="square" lIns="91425" tIns="45700" rIns="91425" bIns="45700" anchor="ctr" anchorCtr="0">
            <a:normAutofit/>
          </a:bodyPr>
          <a:lstStyle/>
          <a:p>
            <a:pPr>
              <a:buSzPts val="4400"/>
              <a:buFont typeface="Calibri"/>
            </a:pPr>
            <a:r>
              <a:rPr lang="en-US" sz="4800" b="1" dirty="0">
                <a:solidFill>
                  <a:srgbClr val="00274C"/>
                </a:solidFill>
                <a:latin typeface="Calibri Light" panose="020F0302020204030204"/>
              </a:rPr>
              <a:t>Predictive Analytics Project</a:t>
            </a:r>
            <a:endParaRPr sz="4800" b="1" dirty="0">
              <a:solidFill>
                <a:srgbClr val="00274C"/>
              </a:solidFill>
              <a:latin typeface="Calibri Light" panose="020F0302020204030204"/>
            </a:endParaRPr>
          </a:p>
        </p:txBody>
      </p:sp>
      <p:sp>
        <p:nvSpPr>
          <p:cNvPr id="123" name="Google Shape;123;p5"/>
          <p:cNvSpPr txBox="1">
            <a:spLocks noGrp="1"/>
          </p:cNvSpPr>
          <p:nvPr>
            <p:ph type="body" idx="1"/>
          </p:nvPr>
        </p:nvSpPr>
        <p:spPr>
          <a:xfrm>
            <a:off x="407113" y="1014787"/>
            <a:ext cx="11377773" cy="4351338"/>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dk1"/>
              </a:buClr>
              <a:buSzPts val="2800"/>
              <a:buFont typeface="Wingdings" panose="05000000000000000000" pitchFamily="2" charset="2"/>
              <a:buChar char="q"/>
            </a:pPr>
            <a:r>
              <a:rPr lang="en-US" sz="2400" dirty="0"/>
              <a:t>Large, complex, unstructured data sets (</a:t>
            </a:r>
            <a:r>
              <a:rPr lang="en-US" sz="2400" dirty="0" err="1"/>
              <a:t>i</a:t>
            </a:r>
            <a:r>
              <a:rPr lang="en-US" sz="2400" dirty="0"/>
              <a:t>. e. “big data”) must be effectively cleaned, transformed, and preprocessed before they can be used.</a:t>
            </a:r>
            <a:endParaRPr sz="2400" dirty="0"/>
          </a:p>
          <a:p>
            <a:pPr lvl="0" indent="-457200" algn="l" rtl="0">
              <a:lnSpc>
                <a:spcPct val="90000"/>
              </a:lnSpc>
              <a:spcBef>
                <a:spcPts val="1000"/>
              </a:spcBef>
              <a:spcAft>
                <a:spcPts val="0"/>
              </a:spcAft>
              <a:buClr>
                <a:schemeClr val="dk1"/>
              </a:buClr>
              <a:buSzPts val="2800"/>
              <a:buFont typeface="Wingdings" panose="05000000000000000000" pitchFamily="2" charset="2"/>
              <a:buChar char="q"/>
            </a:pPr>
            <a:r>
              <a:rPr lang="en-US" sz="2400" dirty="0"/>
              <a:t>Visualization plays a key role in understanding data.</a:t>
            </a:r>
            <a:endParaRPr sz="2400" dirty="0"/>
          </a:p>
          <a:p>
            <a:pPr lvl="0" indent="-457200" algn="l" rtl="0">
              <a:lnSpc>
                <a:spcPct val="90000"/>
              </a:lnSpc>
              <a:spcBef>
                <a:spcPts val="1000"/>
              </a:spcBef>
              <a:spcAft>
                <a:spcPts val="0"/>
              </a:spcAft>
              <a:buClr>
                <a:schemeClr val="dk1"/>
              </a:buClr>
              <a:buSzPts val="2800"/>
              <a:buFont typeface="Wingdings" panose="05000000000000000000" pitchFamily="2" charset="2"/>
              <a:buChar char="q"/>
            </a:pPr>
            <a:r>
              <a:rPr lang="en-US" sz="2400" dirty="0"/>
              <a:t>In the project:</a:t>
            </a:r>
            <a:endParaRPr sz="2400" dirty="0"/>
          </a:p>
          <a:p>
            <a:pPr marL="800100" lvl="1" algn="l" rtl="0">
              <a:lnSpc>
                <a:spcPct val="90000"/>
              </a:lnSpc>
              <a:spcBef>
                <a:spcPts val="500"/>
              </a:spcBef>
              <a:spcAft>
                <a:spcPts val="0"/>
              </a:spcAft>
              <a:buClr>
                <a:schemeClr val="dk1"/>
              </a:buClr>
              <a:buSzPts val="2400"/>
            </a:pPr>
            <a:r>
              <a:rPr lang="en-US" sz="2000" dirty="0"/>
              <a:t>You’re expected to build a multivariate model, using multiple predictors, to predict a binary response variable</a:t>
            </a:r>
            <a:endParaRPr sz="2000" dirty="0"/>
          </a:p>
          <a:p>
            <a:pPr marL="800100" lvl="1" algn="l" rtl="0">
              <a:lnSpc>
                <a:spcPct val="90000"/>
              </a:lnSpc>
              <a:spcBef>
                <a:spcPts val="500"/>
              </a:spcBef>
              <a:spcAft>
                <a:spcPts val="0"/>
              </a:spcAft>
              <a:buClr>
                <a:schemeClr val="dk1"/>
              </a:buClr>
              <a:buSzPts val="2400"/>
            </a:pPr>
            <a:r>
              <a:rPr lang="en-US" sz="2000" dirty="0"/>
              <a:t>Understanding and visualizing your data are key tasks</a:t>
            </a:r>
            <a:endParaRPr sz="2000" dirty="0"/>
          </a:p>
          <a:p>
            <a:pPr marL="800100" lvl="1" algn="l" rtl="0">
              <a:lnSpc>
                <a:spcPct val="90000"/>
              </a:lnSpc>
              <a:spcBef>
                <a:spcPts val="500"/>
              </a:spcBef>
              <a:spcAft>
                <a:spcPts val="0"/>
              </a:spcAft>
              <a:buClr>
                <a:schemeClr val="dk1"/>
              </a:buClr>
              <a:buSzPts val="2400"/>
            </a:pPr>
            <a:r>
              <a:rPr lang="en-US" sz="2000" dirty="0"/>
              <a:t>You’re expected to assess the classification accuracy of this model</a:t>
            </a:r>
            <a:endParaRPr sz="2000" dirty="0"/>
          </a:p>
          <a:p>
            <a:pPr marL="635000" lvl="0" indent="-457200" algn="l" rtl="0">
              <a:lnSpc>
                <a:spcPct val="90000"/>
              </a:lnSpc>
              <a:spcBef>
                <a:spcPts val="1000"/>
              </a:spcBef>
              <a:spcAft>
                <a:spcPts val="0"/>
              </a:spcAft>
              <a:buClr>
                <a:schemeClr val="dk1"/>
              </a:buClr>
              <a:buSzPts val="2800"/>
              <a:buFont typeface="Wingdings" panose="05000000000000000000" pitchFamily="2" charset="2"/>
              <a:buChar char="q"/>
            </a:pPr>
            <a:endParaRPr sz="2400" dirty="0"/>
          </a:p>
        </p:txBody>
      </p:sp>
    </p:spTree>
  </p:cSld>
  <p:clrMapOvr>
    <a:masterClrMapping/>
  </p:clrMapOvr>
</p:sld>
</file>

<file path=ppt/theme/theme1.xml><?xml version="1.0" encoding="utf-8"?>
<a:theme xmlns:a="http://schemas.openxmlformats.org/drawingml/2006/main" name="Title Slid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ontent Slid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le Slid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Slide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ntent Slid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Title Slid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14926</TotalTime>
  <Words>716</Words>
  <Application>Microsoft Office PowerPoint</Application>
  <PresentationFormat>Widescreen</PresentationFormat>
  <Paragraphs>68</Paragraphs>
  <Slides>11</Slides>
  <Notes>6</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11</vt:i4>
      </vt:variant>
    </vt:vector>
  </HeadingPairs>
  <TitlesOfParts>
    <vt:vector size="25" baseType="lpstr">
      <vt:lpstr>Agency FB</vt:lpstr>
      <vt:lpstr>Arial</vt:lpstr>
      <vt:lpstr>Calibri</vt:lpstr>
      <vt:lpstr>Calibri Light</vt:lpstr>
      <vt:lpstr>CorpoS</vt:lpstr>
      <vt:lpstr>Söhne</vt:lpstr>
      <vt:lpstr>Times New Roman</vt:lpstr>
      <vt:lpstr>Wingdings</vt:lpstr>
      <vt:lpstr>Title Slide 2</vt:lpstr>
      <vt:lpstr>1_Content Slide 2</vt:lpstr>
      <vt:lpstr>Title Slide 4</vt:lpstr>
      <vt:lpstr>Content Slide 1</vt:lpstr>
      <vt:lpstr>Content Slide 2</vt:lpstr>
      <vt:lpstr>1_Title Slide 2</vt:lpstr>
      <vt:lpstr>Machine Learning / Predictive Analytics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Predictive Analytics?</vt:lpstr>
      <vt:lpstr>Examples of Predictive Analytics</vt:lpstr>
      <vt:lpstr>Predictive Analytics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Microsoft Office User</dc:creator>
  <cp:lastModifiedBy>Korede Ajogbeje</cp:lastModifiedBy>
  <cp:revision>480</cp:revision>
  <dcterms:created xsi:type="dcterms:W3CDTF">2019-11-08T16:47:49Z</dcterms:created>
  <dcterms:modified xsi:type="dcterms:W3CDTF">2023-10-03T10:49:46Z</dcterms:modified>
</cp:coreProperties>
</file>